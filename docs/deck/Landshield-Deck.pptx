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sldIdLst>
    <p:sldId id="2147472470" r:id="rId2"/>
    <p:sldId id="2147472465"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1" Type="http://schemas.openxmlformats.org/officeDocument/2006/relationships/image" Target="../media/image5.svg"/></Relationships>
</file>

<file path=ppt/diagrams/_rels/data5.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svg"/><Relationship Id="rId1" Type="http://schemas.openxmlformats.org/officeDocument/2006/relationships/image" Target="../media/image14.svg"/><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diagrams/_rels/drawing1.xml.rels><?xml version="1.0" encoding="UTF-8" standalone="yes"?>
<Relationships xmlns="http://schemas.openxmlformats.org/package/2006/relationships"><Relationship Id="rId1" Type="http://schemas.openxmlformats.org/officeDocument/2006/relationships/image" Target="../media/image5.svg"/></Relationships>
</file>

<file path=ppt/diagrams/_rels/drawing5.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svg"/><Relationship Id="rId1" Type="http://schemas.openxmlformats.org/officeDocument/2006/relationships/image" Target="../media/image14.svg"/><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B29518A0-9DC7-4E11-838C-A022BFCBBC50}"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0BC387A6-7C2F-40D9-ACC5-E0A8D0DB70E7}">
      <dgm:prSet/>
      <dgm:spPr/>
      <dgm:t>
        <a:bodyPr/>
        <a:lstStyle/>
        <a:p>
          <a:pPr>
            <a:lnSpc>
              <a:spcPct val="100000"/>
            </a:lnSpc>
          </a:pPr>
          <a:r>
            <a:rPr lang="en-US" dirty="0" err="1"/>
            <a:t>Landshield</a:t>
          </a:r>
          <a:r>
            <a:rPr lang="en-US" dirty="0"/>
            <a:t> : An AI-powered due diligence for Indian land documents</a:t>
          </a:r>
        </a:p>
      </dgm:t>
    </dgm:pt>
    <dgm:pt modelId="{D10D2ABB-BE6F-4814-A785-5AFF620AEEF9}" type="parTrans" cxnId="{BB3527F2-057A-4786-9805-A4F2EDA71163}">
      <dgm:prSet/>
      <dgm:spPr/>
      <dgm:t>
        <a:bodyPr/>
        <a:lstStyle/>
        <a:p>
          <a:endParaRPr lang="en-US"/>
        </a:p>
      </dgm:t>
    </dgm:pt>
    <dgm:pt modelId="{E53B3C7D-73D6-48A7-BA23-6E9CE6099E40}" type="sibTrans" cxnId="{BB3527F2-057A-4786-9805-A4F2EDA71163}">
      <dgm:prSet/>
      <dgm:spPr/>
      <dgm:t>
        <a:bodyPr/>
        <a:lstStyle/>
        <a:p>
          <a:endParaRPr lang="en-US"/>
        </a:p>
      </dgm:t>
    </dgm:pt>
    <dgm:pt modelId="{F76F42BD-32C4-4116-8AAF-F2995E178403}" type="pres">
      <dgm:prSet presAssocID="{B29518A0-9DC7-4E11-838C-A022BFCBBC50}" presName="root" presStyleCnt="0">
        <dgm:presLayoutVars>
          <dgm:dir/>
          <dgm:resizeHandles val="exact"/>
        </dgm:presLayoutVars>
      </dgm:prSet>
      <dgm:spPr/>
    </dgm:pt>
    <dgm:pt modelId="{E765638D-34AB-41D6-AF3F-F8502363C0BC}" type="pres">
      <dgm:prSet presAssocID="{0BC387A6-7C2F-40D9-ACC5-E0A8D0DB70E7}" presName="compNode" presStyleCnt="0"/>
      <dgm:spPr/>
    </dgm:pt>
    <dgm:pt modelId="{C603BE0F-2C98-4C91-8EB4-99F76C126FA2}" type="pres">
      <dgm:prSet presAssocID="{0BC387A6-7C2F-40D9-ACC5-E0A8D0DB70E7}" presName="bgRect" presStyleLbl="bgShp" presStyleIdx="0" presStyleCnt="1"/>
      <dgm:spPr/>
    </dgm:pt>
    <dgm:pt modelId="{B4E3ADCE-2752-415C-A6D0-67D61B7C15EF}" type="pres">
      <dgm:prSet presAssocID="{0BC387A6-7C2F-40D9-ACC5-E0A8D0DB70E7}" presName="iconRect" presStyleLbl="node1" presStyleIdx="0" presStyleCnt="1"/>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Document"/>
        </a:ext>
      </dgm:extLst>
    </dgm:pt>
    <dgm:pt modelId="{1F5BCDDC-5A60-4605-9A16-EE5E2E80F0EB}" type="pres">
      <dgm:prSet presAssocID="{0BC387A6-7C2F-40D9-ACC5-E0A8D0DB70E7}" presName="spaceRect" presStyleCnt="0"/>
      <dgm:spPr/>
    </dgm:pt>
    <dgm:pt modelId="{CCCB97AA-1D2F-45DF-99E8-473B2FCADEA0}" type="pres">
      <dgm:prSet presAssocID="{0BC387A6-7C2F-40D9-ACC5-E0A8D0DB70E7}" presName="parTx" presStyleLbl="revTx" presStyleIdx="0" presStyleCnt="1">
        <dgm:presLayoutVars>
          <dgm:chMax val="0"/>
          <dgm:chPref val="0"/>
        </dgm:presLayoutVars>
      </dgm:prSet>
      <dgm:spPr/>
    </dgm:pt>
  </dgm:ptLst>
  <dgm:cxnLst>
    <dgm:cxn modelId="{BAB51321-0CE3-4355-AFEE-15604AFDD854}" type="presOf" srcId="{B29518A0-9DC7-4E11-838C-A022BFCBBC50}" destId="{F76F42BD-32C4-4116-8AAF-F2995E178403}" srcOrd="0" destOrd="0" presId="urn:microsoft.com/office/officeart/2018/2/layout/IconVerticalSolidList"/>
    <dgm:cxn modelId="{D976356F-C519-4188-9152-6FF355608F83}" type="presOf" srcId="{0BC387A6-7C2F-40D9-ACC5-E0A8D0DB70E7}" destId="{CCCB97AA-1D2F-45DF-99E8-473B2FCADEA0}" srcOrd="0" destOrd="0" presId="urn:microsoft.com/office/officeart/2018/2/layout/IconVerticalSolidList"/>
    <dgm:cxn modelId="{BB3527F2-057A-4786-9805-A4F2EDA71163}" srcId="{B29518A0-9DC7-4E11-838C-A022BFCBBC50}" destId="{0BC387A6-7C2F-40D9-ACC5-E0A8D0DB70E7}" srcOrd="0" destOrd="0" parTransId="{D10D2ABB-BE6F-4814-A785-5AFF620AEEF9}" sibTransId="{E53B3C7D-73D6-48A7-BA23-6E9CE6099E40}"/>
    <dgm:cxn modelId="{4371C978-AAFB-4090-99D4-481DF1A356AD}" type="presParOf" srcId="{F76F42BD-32C4-4116-8AAF-F2995E178403}" destId="{E765638D-34AB-41D6-AF3F-F8502363C0BC}" srcOrd="0" destOrd="0" presId="urn:microsoft.com/office/officeart/2018/2/layout/IconVerticalSolidList"/>
    <dgm:cxn modelId="{2801DBA2-6769-4294-90F1-11589A7628D1}" type="presParOf" srcId="{E765638D-34AB-41D6-AF3F-F8502363C0BC}" destId="{C603BE0F-2C98-4C91-8EB4-99F76C126FA2}" srcOrd="0" destOrd="0" presId="urn:microsoft.com/office/officeart/2018/2/layout/IconVerticalSolidList"/>
    <dgm:cxn modelId="{6352B309-68F0-4826-BA8E-D4F43EE03A7C}" type="presParOf" srcId="{E765638D-34AB-41D6-AF3F-F8502363C0BC}" destId="{B4E3ADCE-2752-415C-A6D0-67D61B7C15EF}" srcOrd="1" destOrd="0" presId="urn:microsoft.com/office/officeart/2018/2/layout/IconVerticalSolidList"/>
    <dgm:cxn modelId="{18BC5C5F-4E97-4EC7-A763-62FEF5AD686A}" type="presParOf" srcId="{E765638D-34AB-41D6-AF3F-F8502363C0BC}" destId="{1F5BCDDC-5A60-4605-9A16-EE5E2E80F0EB}" srcOrd="2" destOrd="0" presId="urn:microsoft.com/office/officeart/2018/2/layout/IconVerticalSolidList"/>
    <dgm:cxn modelId="{3BEFB34B-0591-4E10-BA98-A51DD53429CB}" type="presParOf" srcId="{E765638D-34AB-41D6-AF3F-F8502363C0BC}" destId="{CCCB97AA-1D2F-45DF-99E8-473B2FCADEA0}" srcOrd="3" destOrd="0" presId="urn:microsoft.com/office/officeart/2018/2/layout/IconVerticalSoli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2AC7A5D-68F0-4F35-AD83-CFCEBF77EDCA}" type="doc">
      <dgm:prSet loTypeId="urn:microsoft.com/office/officeart/2016/7/layout/RepeatingBendingProcessNew" loCatId="process" qsTypeId="urn:microsoft.com/office/officeart/2005/8/quickstyle/simple1" qsCatId="simple" csTypeId="urn:microsoft.com/office/officeart/2005/8/colors/accent1_2" csCatId="accent1"/>
      <dgm:spPr/>
      <dgm:t>
        <a:bodyPr/>
        <a:lstStyle/>
        <a:p>
          <a:endParaRPr lang="en-US"/>
        </a:p>
      </dgm:t>
    </dgm:pt>
    <dgm:pt modelId="{10D3E294-6B3C-411E-B9AE-D18994742CFA}">
      <dgm:prSet/>
      <dgm:spPr/>
      <dgm:t>
        <a:bodyPr/>
        <a:lstStyle/>
        <a:p>
          <a:r>
            <a:rPr lang="en-US"/>
            <a:t>User logs in, picks the state and land type, and uploads the document bundle</a:t>
          </a:r>
        </a:p>
      </dgm:t>
    </dgm:pt>
    <dgm:pt modelId="{07C122DE-D266-4D6C-98E6-2E96F8EE81EA}" type="parTrans" cxnId="{E85C10F1-462C-4BB3-B8DB-09F36A86F3A1}">
      <dgm:prSet/>
      <dgm:spPr/>
      <dgm:t>
        <a:bodyPr/>
        <a:lstStyle/>
        <a:p>
          <a:endParaRPr lang="en-US"/>
        </a:p>
      </dgm:t>
    </dgm:pt>
    <dgm:pt modelId="{EF9B80D9-4E80-48A4-BCC7-959339CD18E8}" type="sibTrans" cxnId="{E85C10F1-462C-4BB3-B8DB-09F36A86F3A1}">
      <dgm:prSet/>
      <dgm:spPr/>
      <dgm:t>
        <a:bodyPr/>
        <a:lstStyle/>
        <a:p>
          <a:endParaRPr lang="en-US"/>
        </a:p>
      </dgm:t>
    </dgm:pt>
    <dgm:pt modelId="{CC43E19F-5EFF-442F-B89A-902798509BD5}">
      <dgm:prSet/>
      <dgm:spPr/>
      <dgm:t>
        <a:bodyPr/>
        <a:lstStyle/>
        <a:p>
          <a:r>
            <a:rPr lang="en-US"/>
            <a:t>Files are saved to Cloud Storage and a new analysis record is created in Firestore</a:t>
          </a:r>
        </a:p>
      </dgm:t>
    </dgm:pt>
    <dgm:pt modelId="{5A0E19B0-3C78-4D99-92CA-19C238FC9F05}" type="parTrans" cxnId="{885A734F-1D1E-4413-A34A-8AE5E5040539}">
      <dgm:prSet/>
      <dgm:spPr/>
      <dgm:t>
        <a:bodyPr/>
        <a:lstStyle/>
        <a:p>
          <a:endParaRPr lang="en-US"/>
        </a:p>
      </dgm:t>
    </dgm:pt>
    <dgm:pt modelId="{0D61102F-85F2-4AF1-80FA-475E7357BD67}" type="sibTrans" cxnId="{885A734F-1D1E-4413-A34A-8AE5E5040539}">
      <dgm:prSet/>
      <dgm:spPr/>
      <dgm:t>
        <a:bodyPr/>
        <a:lstStyle/>
        <a:p>
          <a:endParaRPr lang="en-US"/>
        </a:p>
      </dgm:t>
    </dgm:pt>
    <dgm:pt modelId="{A9D64635-1B45-48A2-BDEA-44FDB75A486B}">
      <dgm:prSet/>
      <dgm:spPr/>
      <dgm:t>
        <a:bodyPr/>
        <a:lstStyle/>
        <a:p>
          <a:r>
            <a:rPr lang="en-US"/>
            <a:t>Parser Agent reads each PDF and extracts the key facts</a:t>
          </a:r>
        </a:p>
      </dgm:t>
    </dgm:pt>
    <dgm:pt modelId="{CC26A069-995D-4BCF-A55A-60AF0D26F586}" type="parTrans" cxnId="{9C72AEA1-64C9-4ACA-87CB-F7F20A771791}">
      <dgm:prSet/>
      <dgm:spPr/>
      <dgm:t>
        <a:bodyPr/>
        <a:lstStyle/>
        <a:p>
          <a:endParaRPr lang="en-US"/>
        </a:p>
      </dgm:t>
    </dgm:pt>
    <dgm:pt modelId="{C3B16BC2-39C8-4FB7-AE54-59CEAE026A29}" type="sibTrans" cxnId="{9C72AEA1-64C9-4ACA-87CB-F7F20A771791}">
      <dgm:prSet/>
      <dgm:spPr/>
      <dgm:t>
        <a:bodyPr/>
        <a:lstStyle/>
        <a:p>
          <a:endParaRPr lang="en-US"/>
        </a:p>
      </dgm:t>
    </dgm:pt>
    <dgm:pt modelId="{FB90D466-CF51-4738-9756-39EDBED16089}">
      <dgm:prSet/>
      <dgm:spPr/>
      <dgm:t>
        <a:bodyPr/>
        <a:lstStyle/>
        <a:p>
          <a:r>
            <a:rPr lang="en-US"/>
            <a:t>Legal Agent and Fraud Agent run at the same time on those facts</a:t>
          </a:r>
        </a:p>
      </dgm:t>
    </dgm:pt>
    <dgm:pt modelId="{228C9442-EFC6-47AE-AC1A-61C902407D94}" type="parTrans" cxnId="{A66B4600-8C3D-45ED-84DF-03528C82C735}">
      <dgm:prSet/>
      <dgm:spPr/>
      <dgm:t>
        <a:bodyPr/>
        <a:lstStyle/>
        <a:p>
          <a:endParaRPr lang="en-US"/>
        </a:p>
      </dgm:t>
    </dgm:pt>
    <dgm:pt modelId="{32F54976-377C-414C-8F17-3F9AB1ABC70E}" type="sibTrans" cxnId="{A66B4600-8C3D-45ED-84DF-03528C82C735}">
      <dgm:prSet/>
      <dgm:spPr/>
      <dgm:t>
        <a:bodyPr/>
        <a:lstStyle/>
        <a:p>
          <a:endParaRPr lang="en-US"/>
        </a:p>
      </dgm:t>
    </dgm:pt>
    <dgm:pt modelId="{F69A53AB-6C31-4A3F-BB17-3AC579700EB6}">
      <dgm:prSet/>
      <dgm:spPr/>
      <dgm:t>
        <a:bodyPr/>
        <a:lstStyle/>
        <a:p>
          <a:r>
            <a:rPr lang="en-US"/>
            <a:t>Findings are deduplicated and graded as Low, Medium, High or Critical</a:t>
          </a:r>
        </a:p>
      </dgm:t>
    </dgm:pt>
    <dgm:pt modelId="{5999C4AF-ACEC-4FDF-B09D-F8E03B7BB0E0}" type="parTrans" cxnId="{A714D177-914C-40E1-ABA0-5ACC636208C2}">
      <dgm:prSet/>
      <dgm:spPr/>
      <dgm:t>
        <a:bodyPr/>
        <a:lstStyle/>
        <a:p>
          <a:endParaRPr lang="en-US"/>
        </a:p>
      </dgm:t>
    </dgm:pt>
    <dgm:pt modelId="{A09A60AC-6CE1-40D0-97FD-32EAB72308D8}" type="sibTrans" cxnId="{A714D177-914C-40E1-ABA0-5ACC636208C2}">
      <dgm:prSet/>
      <dgm:spPr/>
      <dgm:t>
        <a:bodyPr/>
        <a:lstStyle/>
        <a:p>
          <a:endParaRPr lang="en-US"/>
        </a:p>
      </dgm:t>
    </dgm:pt>
    <dgm:pt modelId="{528B14AE-BE97-4ECB-AB4A-15AF2B5E9D73}">
      <dgm:prSet/>
      <dgm:spPr/>
      <dgm:t>
        <a:bodyPr/>
        <a:lstStyle/>
        <a:p>
          <a:r>
            <a:rPr lang="en-US"/>
            <a:t>Report Agent writes a short summary with clear next steps</a:t>
          </a:r>
        </a:p>
      </dgm:t>
    </dgm:pt>
    <dgm:pt modelId="{4B7866D6-CDC1-4FC5-9CFB-9F25C31B9AE0}" type="parTrans" cxnId="{4F6BE1BC-268F-4CD5-8B84-E6BFE9262D44}">
      <dgm:prSet/>
      <dgm:spPr/>
      <dgm:t>
        <a:bodyPr/>
        <a:lstStyle/>
        <a:p>
          <a:endParaRPr lang="en-US"/>
        </a:p>
      </dgm:t>
    </dgm:pt>
    <dgm:pt modelId="{44EE6BB6-4521-45E9-ACBD-FDB7F32FF645}" type="sibTrans" cxnId="{4F6BE1BC-268F-4CD5-8B84-E6BFE9262D44}">
      <dgm:prSet/>
      <dgm:spPr/>
      <dgm:t>
        <a:bodyPr/>
        <a:lstStyle/>
        <a:p>
          <a:endParaRPr lang="en-US"/>
        </a:p>
      </dgm:t>
    </dgm:pt>
    <dgm:pt modelId="{39317CBA-5F8D-4A10-AC49-365381153E71}">
      <dgm:prSet/>
      <dgm:spPr/>
      <dgm:t>
        <a:bodyPr/>
        <a:lstStyle/>
        <a:p>
          <a:r>
            <a:rPr lang="en-US"/>
            <a:t>Backend streams progress live; frontend shows the final report</a:t>
          </a:r>
        </a:p>
      </dgm:t>
    </dgm:pt>
    <dgm:pt modelId="{FC522733-4677-4AF4-BB12-2C8A0FBE33CE}" type="parTrans" cxnId="{CC96C24B-FE1F-442B-9A88-89C43A3D3E6C}">
      <dgm:prSet/>
      <dgm:spPr/>
      <dgm:t>
        <a:bodyPr/>
        <a:lstStyle/>
        <a:p>
          <a:endParaRPr lang="en-US"/>
        </a:p>
      </dgm:t>
    </dgm:pt>
    <dgm:pt modelId="{3FBB48F7-F4BE-41C7-913B-A2F5F79A855A}" type="sibTrans" cxnId="{CC96C24B-FE1F-442B-9A88-89C43A3D3E6C}">
      <dgm:prSet/>
      <dgm:spPr/>
      <dgm:t>
        <a:bodyPr/>
        <a:lstStyle/>
        <a:p>
          <a:endParaRPr lang="en-US"/>
        </a:p>
      </dgm:t>
    </dgm:pt>
    <dgm:pt modelId="{0A396A40-39FC-4ED5-8F51-F535B3F3DC43}">
      <dgm:prSet/>
      <dgm:spPr/>
      <dgm:t>
        <a:bodyPr/>
        <a:lstStyle/>
        <a:p>
          <a:r>
            <a:rPr lang="en-US"/>
            <a:t>Every step is logged and monitored in Google Cloud</a:t>
          </a:r>
        </a:p>
      </dgm:t>
    </dgm:pt>
    <dgm:pt modelId="{9CFF991A-313D-4F8A-9773-520E37AD4E00}" type="parTrans" cxnId="{203E81BA-1EC4-4BA5-A0E7-CEAE54FAB9C1}">
      <dgm:prSet/>
      <dgm:spPr/>
      <dgm:t>
        <a:bodyPr/>
        <a:lstStyle/>
        <a:p>
          <a:endParaRPr lang="en-US"/>
        </a:p>
      </dgm:t>
    </dgm:pt>
    <dgm:pt modelId="{3B5E2C43-DAF6-43B9-A00F-CDFBB76D4728}" type="sibTrans" cxnId="{203E81BA-1EC4-4BA5-A0E7-CEAE54FAB9C1}">
      <dgm:prSet/>
      <dgm:spPr/>
      <dgm:t>
        <a:bodyPr/>
        <a:lstStyle/>
        <a:p>
          <a:endParaRPr lang="en-US"/>
        </a:p>
      </dgm:t>
    </dgm:pt>
    <dgm:pt modelId="{DCD5A45C-FB07-41E0-A5E8-30A42355C3CF}" type="pres">
      <dgm:prSet presAssocID="{92AC7A5D-68F0-4F35-AD83-CFCEBF77EDCA}" presName="Name0" presStyleCnt="0">
        <dgm:presLayoutVars>
          <dgm:dir/>
          <dgm:resizeHandles val="exact"/>
        </dgm:presLayoutVars>
      </dgm:prSet>
      <dgm:spPr/>
    </dgm:pt>
    <dgm:pt modelId="{98060DFC-370A-47E8-9130-580071E43C14}" type="pres">
      <dgm:prSet presAssocID="{10D3E294-6B3C-411E-B9AE-D18994742CFA}" presName="node" presStyleLbl="node1" presStyleIdx="0" presStyleCnt="8">
        <dgm:presLayoutVars>
          <dgm:bulletEnabled val="1"/>
        </dgm:presLayoutVars>
      </dgm:prSet>
      <dgm:spPr/>
    </dgm:pt>
    <dgm:pt modelId="{0933244D-8F2F-4C64-B796-441C899881DE}" type="pres">
      <dgm:prSet presAssocID="{EF9B80D9-4E80-48A4-BCC7-959339CD18E8}" presName="sibTrans" presStyleLbl="sibTrans1D1" presStyleIdx="0" presStyleCnt="7"/>
      <dgm:spPr/>
    </dgm:pt>
    <dgm:pt modelId="{E76C2F66-74EE-45D7-A364-0D569CA6225D}" type="pres">
      <dgm:prSet presAssocID="{EF9B80D9-4E80-48A4-BCC7-959339CD18E8}" presName="connectorText" presStyleLbl="sibTrans1D1" presStyleIdx="0" presStyleCnt="7"/>
      <dgm:spPr/>
    </dgm:pt>
    <dgm:pt modelId="{528B465B-7E2C-474A-B48B-90ADBCEB4B04}" type="pres">
      <dgm:prSet presAssocID="{CC43E19F-5EFF-442F-B89A-902798509BD5}" presName="node" presStyleLbl="node1" presStyleIdx="1" presStyleCnt="8">
        <dgm:presLayoutVars>
          <dgm:bulletEnabled val="1"/>
        </dgm:presLayoutVars>
      </dgm:prSet>
      <dgm:spPr/>
    </dgm:pt>
    <dgm:pt modelId="{BE4E86B3-FCB6-42A0-95E6-3BE25CDF8DF8}" type="pres">
      <dgm:prSet presAssocID="{0D61102F-85F2-4AF1-80FA-475E7357BD67}" presName="sibTrans" presStyleLbl="sibTrans1D1" presStyleIdx="1" presStyleCnt="7"/>
      <dgm:spPr/>
    </dgm:pt>
    <dgm:pt modelId="{63B8B93F-589E-4B91-B8B8-9D48A1C494CB}" type="pres">
      <dgm:prSet presAssocID="{0D61102F-85F2-4AF1-80FA-475E7357BD67}" presName="connectorText" presStyleLbl="sibTrans1D1" presStyleIdx="1" presStyleCnt="7"/>
      <dgm:spPr/>
    </dgm:pt>
    <dgm:pt modelId="{6B6DD997-5773-4557-9D6A-FF45A9AB5244}" type="pres">
      <dgm:prSet presAssocID="{A9D64635-1B45-48A2-BDEA-44FDB75A486B}" presName="node" presStyleLbl="node1" presStyleIdx="2" presStyleCnt="8">
        <dgm:presLayoutVars>
          <dgm:bulletEnabled val="1"/>
        </dgm:presLayoutVars>
      </dgm:prSet>
      <dgm:spPr/>
    </dgm:pt>
    <dgm:pt modelId="{FB7C3BD6-DA84-4D7D-8E25-EB52D75BAE8B}" type="pres">
      <dgm:prSet presAssocID="{C3B16BC2-39C8-4FB7-AE54-59CEAE026A29}" presName="sibTrans" presStyleLbl="sibTrans1D1" presStyleIdx="2" presStyleCnt="7"/>
      <dgm:spPr/>
    </dgm:pt>
    <dgm:pt modelId="{E8A5507E-6419-46FA-837F-23E9F73BC390}" type="pres">
      <dgm:prSet presAssocID="{C3B16BC2-39C8-4FB7-AE54-59CEAE026A29}" presName="connectorText" presStyleLbl="sibTrans1D1" presStyleIdx="2" presStyleCnt="7"/>
      <dgm:spPr/>
    </dgm:pt>
    <dgm:pt modelId="{59BD35F5-C7D4-4EFF-85A0-EFDB7C78E6D5}" type="pres">
      <dgm:prSet presAssocID="{FB90D466-CF51-4738-9756-39EDBED16089}" presName="node" presStyleLbl="node1" presStyleIdx="3" presStyleCnt="8">
        <dgm:presLayoutVars>
          <dgm:bulletEnabled val="1"/>
        </dgm:presLayoutVars>
      </dgm:prSet>
      <dgm:spPr/>
    </dgm:pt>
    <dgm:pt modelId="{AC539DD6-5F8B-4687-9307-752E7378CFA2}" type="pres">
      <dgm:prSet presAssocID="{32F54976-377C-414C-8F17-3F9AB1ABC70E}" presName="sibTrans" presStyleLbl="sibTrans1D1" presStyleIdx="3" presStyleCnt="7"/>
      <dgm:spPr/>
    </dgm:pt>
    <dgm:pt modelId="{930D8696-3D4D-4948-903A-DAFC88633832}" type="pres">
      <dgm:prSet presAssocID="{32F54976-377C-414C-8F17-3F9AB1ABC70E}" presName="connectorText" presStyleLbl="sibTrans1D1" presStyleIdx="3" presStyleCnt="7"/>
      <dgm:spPr/>
    </dgm:pt>
    <dgm:pt modelId="{A5EC375E-656E-4C20-B4EE-4E16E11990D3}" type="pres">
      <dgm:prSet presAssocID="{F69A53AB-6C31-4A3F-BB17-3AC579700EB6}" presName="node" presStyleLbl="node1" presStyleIdx="4" presStyleCnt="8">
        <dgm:presLayoutVars>
          <dgm:bulletEnabled val="1"/>
        </dgm:presLayoutVars>
      </dgm:prSet>
      <dgm:spPr/>
    </dgm:pt>
    <dgm:pt modelId="{CF46E458-7059-4C68-A07F-F7F15D70BED6}" type="pres">
      <dgm:prSet presAssocID="{A09A60AC-6CE1-40D0-97FD-32EAB72308D8}" presName="sibTrans" presStyleLbl="sibTrans1D1" presStyleIdx="4" presStyleCnt="7"/>
      <dgm:spPr/>
    </dgm:pt>
    <dgm:pt modelId="{841107CB-1D0F-462E-821E-CE36DCE167F3}" type="pres">
      <dgm:prSet presAssocID="{A09A60AC-6CE1-40D0-97FD-32EAB72308D8}" presName="connectorText" presStyleLbl="sibTrans1D1" presStyleIdx="4" presStyleCnt="7"/>
      <dgm:spPr/>
    </dgm:pt>
    <dgm:pt modelId="{96889CCD-4FB5-49CF-86A6-D2B48EF6E4B5}" type="pres">
      <dgm:prSet presAssocID="{528B14AE-BE97-4ECB-AB4A-15AF2B5E9D73}" presName="node" presStyleLbl="node1" presStyleIdx="5" presStyleCnt="8">
        <dgm:presLayoutVars>
          <dgm:bulletEnabled val="1"/>
        </dgm:presLayoutVars>
      </dgm:prSet>
      <dgm:spPr/>
    </dgm:pt>
    <dgm:pt modelId="{385EDB39-8C4F-4C7D-B992-7A8D9AEFF6EC}" type="pres">
      <dgm:prSet presAssocID="{44EE6BB6-4521-45E9-ACBD-FDB7F32FF645}" presName="sibTrans" presStyleLbl="sibTrans1D1" presStyleIdx="5" presStyleCnt="7"/>
      <dgm:spPr/>
    </dgm:pt>
    <dgm:pt modelId="{1D39EF6D-9877-4D9C-9677-9871CE974F4A}" type="pres">
      <dgm:prSet presAssocID="{44EE6BB6-4521-45E9-ACBD-FDB7F32FF645}" presName="connectorText" presStyleLbl="sibTrans1D1" presStyleIdx="5" presStyleCnt="7"/>
      <dgm:spPr/>
    </dgm:pt>
    <dgm:pt modelId="{506CFA34-8ABE-44C2-BB5A-B01161F9550D}" type="pres">
      <dgm:prSet presAssocID="{39317CBA-5F8D-4A10-AC49-365381153E71}" presName="node" presStyleLbl="node1" presStyleIdx="6" presStyleCnt="8">
        <dgm:presLayoutVars>
          <dgm:bulletEnabled val="1"/>
        </dgm:presLayoutVars>
      </dgm:prSet>
      <dgm:spPr/>
    </dgm:pt>
    <dgm:pt modelId="{0972036D-04B1-42CD-AB1F-6A22B1D2C109}" type="pres">
      <dgm:prSet presAssocID="{3FBB48F7-F4BE-41C7-913B-A2F5F79A855A}" presName="sibTrans" presStyleLbl="sibTrans1D1" presStyleIdx="6" presStyleCnt="7"/>
      <dgm:spPr/>
    </dgm:pt>
    <dgm:pt modelId="{2D1691C2-4CC4-4997-AD62-5E827535F8E8}" type="pres">
      <dgm:prSet presAssocID="{3FBB48F7-F4BE-41C7-913B-A2F5F79A855A}" presName="connectorText" presStyleLbl="sibTrans1D1" presStyleIdx="6" presStyleCnt="7"/>
      <dgm:spPr/>
    </dgm:pt>
    <dgm:pt modelId="{EB1D9249-646C-414E-9984-49E3ED9CC4FA}" type="pres">
      <dgm:prSet presAssocID="{0A396A40-39FC-4ED5-8F51-F535B3F3DC43}" presName="node" presStyleLbl="node1" presStyleIdx="7" presStyleCnt="8">
        <dgm:presLayoutVars>
          <dgm:bulletEnabled val="1"/>
        </dgm:presLayoutVars>
      </dgm:prSet>
      <dgm:spPr/>
    </dgm:pt>
  </dgm:ptLst>
  <dgm:cxnLst>
    <dgm:cxn modelId="{A66B4600-8C3D-45ED-84DF-03528C82C735}" srcId="{92AC7A5D-68F0-4F35-AD83-CFCEBF77EDCA}" destId="{FB90D466-CF51-4738-9756-39EDBED16089}" srcOrd="3" destOrd="0" parTransId="{228C9442-EFC6-47AE-AC1A-61C902407D94}" sibTransId="{32F54976-377C-414C-8F17-3F9AB1ABC70E}"/>
    <dgm:cxn modelId="{685EEB1A-27B9-4950-8190-D633B6C7579D}" type="presOf" srcId="{3FBB48F7-F4BE-41C7-913B-A2F5F79A855A}" destId="{0972036D-04B1-42CD-AB1F-6A22B1D2C109}" srcOrd="0" destOrd="0" presId="urn:microsoft.com/office/officeart/2016/7/layout/RepeatingBendingProcessNew"/>
    <dgm:cxn modelId="{57DC751B-9B1B-43F8-A94B-9481E7E6FD87}" type="presOf" srcId="{0A396A40-39FC-4ED5-8F51-F535B3F3DC43}" destId="{EB1D9249-646C-414E-9984-49E3ED9CC4FA}" srcOrd="0" destOrd="0" presId="urn:microsoft.com/office/officeart/2016/7/layout/RepeatingBendingProcessNew"/>
    <dgm:cxn modelId="{EF3E0923-E179-4C97-B893-5A1CEBF4ED8B}" type="presOf" srcId="{EF9B80D9-4E80-48A4-BCC7-959339CD18E8}" destId="{0933244D-8F2F-4C64-B796-441C899881DE}" srcOrd="0" destOrd="0" presId="urn:microsoft.com/office/officeart/2016/7/layout/RepeatingBendingProcessNew"/>
    <dgm:cxn modelId="{FB738B25-DC0B-4F6C-8F0B-EAC4F359261E}" type="presOf" srcId="{528B14AE-BE97-4ECB-AB4A-15AF2B5E9D73}" destId="{96889CCD-4FB5-49CF-86A6-D2B48EF6E4B5}" srcOrd="0" destOrd="0" presId="urn:microsoft.com/office/officeart/2016/7/layout/RepeatingBendingProcessNew"/>
    <dgm:cxn modelId="{9DD92C27-189F-40DB-BF7E-66E1581F044B}" type="presOf" srcId="{F69A53AB-6C31-4A3F-BB17-3AC579700EB6}" destId="{A5EC375E-656E-4C20-B4EE-4E16E11990D3}" srcOrd="0" destOrd="0" presId="urn:microsoft.com/office/officeart/2016/7/layout/RepeatingBendingProcessNew"/>
    <dgm:cxn modelId="{2C035228-AAFC-44F3-83F3-C3FB17E4119B}" type="presOf" srcId="{32F54976-377C-414C-8F17-3F9AB1ABC70E}" destId="{AC539DD6-5F8B-4687-9307-752E7378CFA2}" srcOrd="0" destOrd="0" presId="urn:microsoft.com/office/officeart/2016/7/layout/RepeatingBendingProcessNew"/>
    <dgm:cxn modelId="{80AB123C-3F1B-4A53-9123-BB3990936743}" type="presOf" srcId="{44EE6BB6-4521-45E9-ACBD-FDB7F32FF645}" destId="{1D39EF6D-9877-4D9C-9677-9871CE974F4A}" srcOrd="1" destOrd="0" presId="urn:microsoft.com/office/officeart/2016/7/layout/RepeatingBendingProcessNew"/>
    <dgm:cxn modelId="{965DFD5E-9819-40AF-B976-30D9DDC70294}" type="presOf" srcId="{32F54976-377C-414C-8F17-3F9AB1ABC70E}" destId="{930D8696-3D4D-4948-903A-DAFC88633832}" srcOrd="1" destOrd="0" presId="urn:microsoft.com/office/officeart/2016/7/layout/RepeatingBendingProcessNew"/>
    <dgm:cxn modelId="{4843AA49-CCEB-483F-9BBC-BD14CCBB8E7A}" type="presOf" srcId="{0D61102F-85F2-4AF1-80FA-475E7357BD67}" destId="{63B8B93F-589E-4B91-B8B8-9D48A1C494CB}" srcOrd="1" destOrd="0" presId="urn:microsoft.com/office/officeart/2016/7/layout/RepeatingBendingProcessNew"/>
    <dgm:cxn modelId="{CC96C24B-FE1F-442B-9A88-89C43A3D3E6C}" srcId="{92AC7A5D-68F0-4F35-AD83-CFCEBF77EDCA}" destId="{39317CBA-5F8D-4A10-AC49-365381153E71}" srcOrd="6" destOrd="0" parTransId="{FC522733-4677-4AF4-BB12-2C8A0FBE33CE}" sibTransId="{3FBB48F7-F4BE-41C7-913B-A2F5F79A855A}"/>
    <dgm:cxn modelId="{885A734F-1D1E-4413-A34A-8AE5E5040539}" srcId="{92AC7A5D-68F0-4F35-AD83-CFCEBF77EDCA}" destId="{CC43E19F-5EFF-442F-B89A-902798509BD5}" srcOrd="1" destOrd="0" parTransId="{5A0E19B0-3C78-4D99-92CA-19C238FC9F05}" sibTransId="{0D61102F-85F2-4AF1-80FA-475E7357BD67}"/>
    <dgm:cxn modelId="{8DEB2374-4BB1-43A2-B331-5D1A78DEFEA6}" type="presOf" srcId="{39317CBA-5F8D-4A10-AC49-365381153E71}" destId="{506CFA34-8ABE-44C2-BB5A-B01161F9550D}" srcOrd="0" destOrd="0" presId="urn:microsoft.com/office/officeart/2016/7/layout/RepeatingBendingProcessNew"/>
    <dgm:cxn modelId="{98EAB075-0C75-4A7D-BF87-367D7FF0A277}" type="presOf" srcId="{C3B16BC2-39C8-4FB7-AE54-59CEAE026A29}" destId="{FB7C3BD6-DA84-4D7D-8E25-EB52D75BAE8B}" srcOrd="0" destOrd="0" presId="urn:microsoft.com/office/officeart/2016/7/layout/RepeatingBendingProcessNew"/>
    <dgm:cxn modelId="{948D6D77-BEEC-4253-BD27-E67DF0541439}" type="presOf" srcId="{FB90D466-CF51-4738-9756-39EDBED16089}" destId="{59BD35F5-C7D4-4EFF-85A0-EFDB7C78E6D5}" srcOrd="0" destOrd="0" presId="urn:microsoft.com/office/officeart/2016/7/layout/RepeatingBendingProcessNew"/>
    <dgm:cxn modelId="{A714D177-914C-40E1-ABA0-5ACC636208C2}" srcId="{92AC7A5D-68F0-4F35-AD83-CFCEBF77EDCA}" destId="{F69A53AB-6C31-4A3F-BB17-3AC579700EB6}" srcOrd="4" destOrd="0" parTransId="{5999C4AF-ACEC-4FDF-B09D-F8E03B7BB0E0}" sibTransId="{A09A60AC-6CE1-40D0-97FD-32EAB72308D8}"/>
    <dgm:cxn modelId="{F6ADF28B-22E6-48D0-8946-27BB89675BA0}" type="presOf" srcId="{10D3E294-6B3C-411E-B9AE-D18994742CFA}" destId="{98060DFC-370A-47E8-9130-580071E43C14}" srcOrd="0" destOrd="0" presId="urn:microsoft.com/office/officeart/2016/7/layout/RepeatingBendingProcessNew"/>
    <dgm:cxn modelId="{9C72AEA1-64C9-4ACA-87CB-F7F20A771791}" srcId="{92AC7A5D-68F0-4F35-AD83-CFCEBF77EDCA}" destId="{A9D64635-1B45-48A2-BDEA-44FDB75A486B}" srcOrd="2" destOrd="0" parTransId="{CC26A069-995D-4BCF-A55A-60AF0D26F586}" sibTransId="{C3B16BC2-39C8-4FB7-AE54-59CEAE026A29}"/>
    <dgm:cxn modelId="{68F2FBA4-F9B7-49C9-A438-C32787C45956}" type="presOf" srcId="{A9D64635-1B45-48A2-BDEA-44FDB75A486B}" destId="{6B6DD997-5773-4557-9D6A-FF45A9AB5244}" srcOrd="0" destOrd="0" presId="urn:microsoft.com/office/officeart/2016/7/layout/RepeatingBendingProcessNew"/>
    <dgm:cxn modelId="{6CA666A9-032C-458B-B119-382A50614550}" type="presOf" srcId="{A09A60AC-6CE1-40D0-97FD-32EAB72308D8}" destId="{CF46E458-7059-4C68-A07F-F7F15D70BED6}" srcOrd="0" destOrd="0" presId="urn:microsoft.com/office/officeart/2016/7/layout/RepeatingBendingProcessNew"/>
    <dgm:cxn modelId="{B076E2A9-2F65-4066-952F-08539A39DDB0}" type="presOf" srcId="{44EE6BB6-4521-45E9-ACBD-FDB7F32FF645}" destId="{385EDB39-8C4F-4C7D-B992-7A8D9AEFF6EC}" srcOrd="0" destOrd="0" presId="urn:microsoft.com/office/officeart/2016/7/layout/RepeatingBendingProcessNew"/>
    <dgm:cxn modelId="{F10362AC-B30E-46A5-899A-ED30CD9B17E0}" type="presOf" srcId="{0D61102F-85F2-4AF1-80FA-475E7357BD67}" destId="{BE4E86B3-FCB6-42A0-95E6-3BE25CDF8DF8}" srcOrd="0" destOrd="0" presId="urn:microsoft.com/office/officeart/2016/7/layout/RepeatingBendingProcessNew"/>
    <dgm:cxn modelId="{91176EAC-68AC-4E65-BB62-F99F3A6EA24E}" type="presOf" srcId="{A09A60AC-6CE1-40D0-97FD-32EAB72308D8}" destId="{841107CB-1D0F-462E-821E-CE36DCE167F3}" srcOrd="1" destOrd="0" presId="urn:microsoft.com/office/officeart/2016/7/layout/RepeatingBendingProcessNew"/>
    <dgm:cxn modelId="{FF9B3FB6-7D5A-4288-884A-0E13AF622493}" type="presOf" srcId="{EF9B80D9-4E80-48A4-BCC7-959339CD18E8}" destId="{E76C2F66-74EE-45D7-A364-0D569CA6225D}" srcOrd="1" destOrd="0" presId="urn:microsoft.com/office/officeart/2016/7/layout/RepeatingBendingProcessNew"/>
    <dgm:cxn modelId="{203E81BA-1EC4-4BA5-A0E7-CEAE54FAB9C1}" srcId="{92AC7A5D-68F0-4F35-AD83-CFCEBF77EDCA}" destId="{0A396A40-39FC-4ED5-8F51-F535B3F3DC43}" srcOrd="7" destOrd="0" parTransId="{9CFF991A-313D-4F8A-9773-520E37AD4E00}" sibTransId="{3B5E2C43-DAF6-43B9-A00F-CDFBB76D4728}"/>
    <dgm:cxn modelId="{4F6BE1BC-268F-4CD5-8B84-E6BFE9262D44}" srcId="{92AC7A5D-68F0-4F35-AD83-CFCEBF77EDCA}" destId="{528B14AE-BE97-4ECB-AB4A-15AF2B5E9D73}" srcOrd="5" destOrd="0" parTransId="{4B7866D6-CDC1-4FC5-9CFB-9F25C31B9AE0}" sibTransId="{44EE6BB6-4521-45E9-ACBD-FDB7F32FF645}"/>
    <dgm:cxn modelId="{3CABD5D7-94CA-465E-8771-1924E5F1F554}" type="presOf" srcId="{C3B16BC2-39C8-4FB7-AE54-59CEAE026A29}" destId="{E8A5507E-6419-46FA-837F-23E9F73BC390}" srcOrd="1" destOrd="0" presId="urn:microsoft.com/office/officeart/2016/7/layout/RepeatingBendingProcessNew"/>
    <dgm:cxn modelId="{48C794EC-EEE9-4FAD-9210-3C985F26CC4A}" type="presOf" srcId="{CC43E19F-5EFF-442F-B89A-902798509BD5}" destId="{528B465B-7E2C-474A-B48B-90ADBCEB4B04}" srcOrd="0" destOrd="0" presId="urn:microsoft.com/office/officeart/2016/7/layout/RepeatingBendingProcessNew"/>
    <dgm:cxn modelId="{E85C10F1-462C-4BB3-B8DB-09F36A86F3A1}" srcId="{92AC7A5D-68F0-4F35-AD83-CFCEBF77EDCA}" destId="{10D3E294-6B3C-411E-B9AE-D18994742CFA}" srcOrd="0" destOrd="0" parTransId="{07C122DE-D266-4D6C-98E6-2E96F8EE81EA}" sibTransId="{EF9B80D9-4E80-48A4-BCC7-959339CD18E8}"/>
    <dgm:cxn modelId="{7220C5F7-8C35-471E-9F78-59ED3FBAC27C}" type="presOf" srcId="{92AC7A5D-68F0-4F35-AD83-CFCEBF77EDCA}" destId="{DCD5A45C-FB07-41E0-A5E8-30A42355C3CF}" srcOrd="0" destOrd="0" presId="urn:microsoft.com/office/officeart/2016/7/layout/RepeatingBendingProcessNew"/>
    <dgm:cxn modelId="{B7D0E6FA-E3A7-4625-B837-C8E648EDE5C8}" type="presOf" srcId="{3FBB48F7-F4BE-41C7-913B-A2F5F79A855A}" destId="{2D1691C2-4CC4-4997-AD62-5E827535F8E8}" srcOrd="1" destOrd="0" presId="urn:microsoft.com/office/officeart/2016/7/layout/RepeatingBendingProcessNew"/>
    <dgm:cxn modelId="{EE5D95B4-8FC5-4371-838D-73ADF03F9F4D}" type="presParOf" srcId="{DCD5A45C-FB07-41E0-A5E8-30A42355C3CF}" destId="{98060DFC-370A-47E8-9130-580071E43C14}" srcOrd="0" destOrd="0" presId="urn:microsoft.com/office/officeart/2016/7/layout/RepeatingBendingProcessNew"/>
    <dgm:cxn modelId="{6E13B288-F9C8-48D7-9B9A-46015ED160FE}" type="presParOf" srcId="{DCD5A45C-FB07-41E0-A5E8-30A42355C3CF}" destId="{0933244D-8F2F-4C64-B796-441C899881DE}" srcOrd="1" destOrd="0" presId="urn:microsoft.com/office/officeart/2016/7/layout/RepeatingBendingProcessNew"/>
    <dgm:cxn modelId="{C57E5EAD-AC6C-405A-A74A-304D6A46489E}" type="presParOf" srcId="{0933244D-8F2F-4C64-B796-441C899881DE}" destId="{E76C2F66-74EE-45D7-A364-0D569CA6225D}" srcOrd="0" destOrd="0" presId="urn:microsoft.com/office/officeart/2016/7/layout/RepeatingBendingProcessNew"/>
    <dgm:cxn modelId="{6D7692AE-4BE1-4708-9F04-0438CF752652}" type="presParOf" srcId="{DCD5A45C-FB07-41E0-A5E8-30A42355C3CF}" destId="{528B465B-7E2C-474A-B48B-90ADBCEB4B04}" srcOrd="2" destOrd="0" presId="urn:microsoft.com/office/officeart/2016/7/layout/RepeatingBendingProcessNew"/>
    <dgm:cxn modelId="{45186728-842E-4091-8FF1-3491E7F70135}" type="presParOf" srcId="{DCD5A45C-FB07-41E0-A5E8-30A42355C3CF}" destId="{BE4E86B3-FCB6-42A0-95E6-3BE25CDF8DF8}" srcOrd="3" destOrd="0" presId="urn:microsoft.com/office/officeart/2016/7/layout/RepeatingBendingProcessNew"/>
    <dgm:cxn modelId="{2388B247-6287-49D3-8590-55BE661803A0}" type="presParOf" srcId="{BE4E86B3-FCB6-42A0-95E6-3BE25CDF8DF8}" destId="{63B8B93F-589E-4B91-B8B8-9D48A1C494CB}" srcOrd="0" destOrd="0" presId="urn:microsoft.com/office/officeart/2016/7/layout/RepeatingBendingProcessNew"/>
    <dgm:cxn modelId="{7F379BC4-971E-47B4-BF2C-F69EDFBF58DB}" type="presParOf" srcId="{DCD5A45C-FB07-41E0-A5E8-30A42355C3CF}" destId="{6B6DD997-5773-4557-9D6A-FF45A9AB5244}" srcOrd="4" destOrd="0" presId="urn:microsoft.com/office/officeart/2016/7/layout/RepeatingBendingProcessNew"/>
    <dgm:cxn modelId="{3C1C7C8D-1A18-49ED-86D0-A764FA41B401}" type="presParOf" srcId="{DCD5A45C-FB07-41E0-A5E8-30A42355C3CF}" destId="{FB7C3BD6-DA84-4D7D-8E25-EB52D75BAE8B}" srcOrd="5" destOrd="0" presId="urn:microsoft.com/office/officeart/2016/7/layout/RepeatingBendingProcessNew"/>
    <dgm:cxn modelId="{015C24AA-8853-4F36-9FB0-697900FFC565}" type="presParOf" srcId="{FB7C3BD6-DA84-4D7D-8E25-EB52D75BAE8B}" destId="{E8A5507E-6419-46FA-837F-23E9F73BC390}" srcOrd="0" destOrd="0" presId="urn:microsoft.com/office/officeart/2016/7/layout/RepeatingBendingProcessNew"/>
    <dgm:cxn modelId="{6B08BE7C-D11F-4298-B468-3DFF498F4FA7}" type="presParOf" srcId="{DCD5A45C-FB07-41E0-A5E8-30A42355C3CF}" destId="{59BD35F5-C7D4-4EFF-85A0-EFDB7C78E6D5}" srcOrd="6" destOrd="0" presId="urn:microsoft.com/office/officeart/2016/7/layout/RepeatingBendingProcessNew"/>
    <dgm:cxn modelId="{7F6C20E3-0172-4425-884A-5A13E56887D0}" type="presParOf" srcId="{DCD5A45C-FB07-41E0-A5E8-30A42355C3CF}" destId="{AC539DD6-5F8B-4687-9307-752E7378CFA2}" srcOrd="7" destOrd="0" presId="urn:microsoft.com/office/officeart/2016/7/layout/RepeatingBendingProcessNew"/>
    <dgm:cxn modelId="{90294156-C6B6-4F0C-B0E3-83B255E82C67}" type="presParOf" srcId="{AC539DD6-5F8B-4687-9307-752E7378CFA2}" destId="{930D8696-3D4D-4948-903A-DAFC88633832}" srcOrd="0" destOrd="0" presId="urn:microsoft.com/office/officeart/2016/7/layout/RepeatingBendingProcessNew"/>
    <dgm:cxn modelId="{28F7DBC2-6E62-4D37-A550-C639D27548DE}" type="presParOf" srcId="{DCD5A45C-FB07-41E0-A5E8-30A42355C3CF}" destId="{A5EC375E-656E-4C20-B4EE-4E16E11990D3}" srcOrd="8" destOrd="0" presId="urn:microsoft.com/office/officeart/2016/7/layout/RepeatingBendingProcessNew"/>
    <dgm:cxn modelId="{C5A537F3-EC07-477F-9882-0BC4EB4FA6C7}" type="presParOf" srcId="{DCD5A45C-FB07-41E0-A5E8-30A42355C3CF}" destId="{CF46E458-7059-4C68-A07F-F7F15D70BED6}" srcOrd="9" destOrd="0" presId="urn:microsoft.com/office/officeart/2016/7/layout/RepeatingBendingProcessNew"/>
    <dgm:cxn modelId="{28BA1E02-FC60-486B-BFAC-1C9DF2E55426}" type="presParOf" srcId="{CF46E458-7059-4C68-A07F-F7F15D70BED6}" destId="{841107CB-1D0F-462E-821E-CE36DCE167F3}" srcOrd="0" destOrd="0" presId="urn:microsoft.com/office/officeart/2016/7/layout/RepeatingBendingProcessNew"/>
    <dgm:cxn modelId="{38D8F7A2-CEA1-4381-A3B0-8ADC9E8E3FBB}" type="presParOf" srcId="{DCD5A45C-FB07-41E0-A5E8-30A42355C3CF}" destId="{96889CCD-4FB5-49CF-86A6-D2B48EF6E4B5}" srcOrd="10" destOrd="0" presId="urn:microsoft.com/office/officeart/2016/7/layout/RepeatingBendingProcessNew"/>
    <dgm:cxn modelId="{E0D5D8CA-96F4-4C83-A1FA-8AA29CE5E944}" type="presParOf" srcId="{DCD5A45C-FB07-41E0-A5E8-30A42355C3CF}" destId="{385EDB39-8C4F-4C7D-B992-7A8D9AEFF6EC}" srcOrd="11" destOrd="0" presId="urn:microsoft.com/office/officeart/2016/7/layout/RepeatingBendingProcessNew"/>
    <dgm:cxn modelId="{99AA4137-B2A3-444D-BDFE-AC1F096C74EB}" type="presParOf" srcId="{385EDB39-8C4F-4C7D-B992-7A8D9AEFF6EC}" destId="{1D39EF6D-9877-4D9C-9677-9871CE974F4A}" srcOrd="0" destOrd="0" presId="urn:microsoft.com/office/officeart/2016/7/layout/RepeatingBendingProcessNew"/>
    <dgm:cxn modelId="{FFD1ABEE-8D02-4E86-82DE-97766674344C}" type="presParOf" srcId="{DCD5A45C-FB07-41E0-A5E8-30A42355C3CF}" destId="{506CFA34-8ABE-44C2-BB5A-B01161F9550D}" srcOrd="12" destOrd="0" presId="urn:microsoft.com/office/officeart/2016/7/layout/RepeatingBendingProcessNew"/>
    <dgm:cxn modelId="{E93F32FD-5E96-4535-827B-810769A6F6B8}" type="presParOf" srcId="{DCD5A45C-FB07-41E0-A5E8-30A42355C3CF}" destId="{0972036D-04B1-42CD-AB1F-6A22B1D2C109}" srcOrd="13" destOrd="0" presId="urn:microsoft.com/office/officeart/2016/7/layout/RepeatingBendingProcessNew"/>
    <dgm:cxn modelId="{051EAFE4-1286-43FE-93B0-D8163FDD7ACF}" type="presParOf" srcId="{0972036D-04B1-42CD-AB1F-6A22B1D2C109}" destId="{2D1691C2-4CC4-4997-AD62-5E827535F8E8}" srcOrd="0" destOrd="0" presId="urn:microsoft.com/office/officeart/2016/7/layout/RepeatingBendingProcessNew"/>
    <dgm:cxn modelId="{A44DD8BD-8C1A-4841-91E9-4F0ED2DEF560}" type="presParOf" srcId="{DCD5A45C-FB07-41E0-A5E8-30A42355C3CF}" destId="{EB1D9249-646C-414E-9984-49E3ED9CC4FA}" srcOrd="14"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31BDAF2-221A-4A4C-9C69-E72D86D0C2DE}" type="doc">
      <dgm:prSet loTypeId="urn:microsoft.com/office/officeart/2005/8/layout/default" loCatId="list" qsTypeId="urn:microsoft.com/office/officeart/2005/8/quickstyle/simple1" qsCatId="simple" csTypeId="urn:microsoft.com/office/officeart/2005/8/colors/colorful2" csCatId="colorful" phldr="1"/>
      <dgm:spPr/>
      <dgm:t>
        <a:bodyPr/>
        <a:lstStyle/>
        <a:p>
          <a:endParaRPr lang="en-US"/>
        </a:p>
      </dgm:t>
    </dgm:pt>
    <dgm:pt modelId="{AB90946F-1B1C-47BE-972E-223DE8BED202}">
      <dgm:prSet/>
      <dgm:spPr/>
      <dgm:t>
        <a:bodyPr/>
        <a:lstStyle/>
        <a:p>
          <a:r>
            <a:rPr lang="en-US" dirty="0"/>
            <a:t>One orchestrator coordinates everything - each agent has only one job</a:t>
          </a:r>
        </a:p>
      </dgm:t>
    </dgm:pt>
    <dgm:pt modelId="{54B8E0EC-2BD8-40F8-A15C-27917706203A}" type="parTrans" cxnId="{FED5A28D-E889-4CFC-B344-86589EE5E7ED}">
      <dgm:prSet/>
      <dgm:spPr/>
      <dgm:t>
        <a:bodyPr/>
        <a:lstStyle/>
        <a:p>
          <a:endParaRPr lang="en-US"/>
        </a:p>
      </dgm:t>
    </dgm:pt>
    <dgm:pt modelId="{526F6B5B-30B3-4994-90B5-CACE57A3FAF4}" type="sibTrans" cxnId="{FED5A28D-E889-4CFC-B344-86589EE5E7ED}">
      <dgm:prSet/>
      <dgm:spPr/>
      <dgm:t>
        <a:bodyPr/>
        <a:lstStyle/>
        <a:p>
          <a:endParaRPr lang="en-US"/>
        </a:p>
      </dgm:t>
    </dgm:pt>
    <dgm:pt modelId="{DD98D54D-658E-4124-BFC9-A2B88C77191E}">
      <dgm:prSet/>
      <dgm:spPr/>
      <dgm:t>
        <a:bodyPr/>
        <a:lstStyle/>
        <a:p>
          <a:r>
            <a:rPr lang="en-US" dirty="0"/>
            <a:t>Parser runs first, Legal and Fraud run in parallel, Report runs last</a:t>
          </a:r>
        </a:p>
      </dgm:t>
    </dgm:pt>
    <dgm:pt modelId="{B114FF3B-6E8C-4A26-930A-E31ED2EDA3AC}" type="parTrans" cxnId="{7F4808AD-1D29-407A-88D3-A392FAAE9319}">
      <dgm:prSet/>
      <dgm:spPr/>
      <dgm:t>
        <a:bodyPr/>
        <a:lstStyle/>
        <a:p>
          <a:endParaRPr lang="en-US"/>
        </a:p>
      </dgm:t>
    </dgm:pt>
    <dgm:pt modelId="{615E7287-BE6B-42DD-A4ED-C77C469AA675}" type="sibTrans" cxnId="{7F4808AD-1D29-407A-88D3-A392FAAE9319}">
      <dgm:prSet/>
      <dgm:spPr/>
      <dgm:t>
        <a:bodyPr/>
        <a:lstStyle/>
        <a:p>
          <a:endParaRPr lang="en-US"/>
        </a:p>
      </dgm:t>
    </dgm:pt>
    <dgm:pt modelId="{60EC8910-47A3-4AF1-B51D-4FD6ED3D85E7}">
      <dgm:prSet/>
      <dgm:spPr/>
      <dgm:t>
        <a:bodyPr/>
        <a:lstStyle/>
        <a:p>
          <a:r>
            <a:rPr lang="en-US"/>
            <a:t>Every agent uses Gemini 2.5 Flash with its own focused prompt</a:t>
          </a:r>
        </a:p>
      </dgm:t>
    </dgm:pt>
    <dgm:pt modelId="{C666E952-75B4-40A0-8EF1-32CA26366C58}" type="parTrans" cxnId="{CA9EC59C-0B7B-41FD-97AC-5E7E2B849607}">
      <dgm:prSet/>
      <dgm:spPr/>
      <dgm:t>
        <a:bodyPr/>
        <a:lstStyle/>
        <a:p>
          <a:endParaRPr lang="en-US"/>
        </a:p>
      </dgm:t>
    </dgm:pt>
    <dgm:pt modelId="{0A0E65AF-7E42-4465-972A-0B2BAC4CAAD1}" type="sibTrans" cxnId="{CA9EC59C-0B7B-41FD-97AC-5E7E2B849607}">
      <dgm:prSet/>
      <dgm:spPr/>
      <dgm:t>
        <a:bodyPr/>
        <a:lstStyle/>
        <a:p>
          <a:endParaRPr lang="en-US"/>
        </a:p>
      </dgm:t>
    </dgm:pt>
    <dgm:pt modelId="{393596A3-1E34-4EC5-9A75-B188B347C7BF}">
      <dgm:prSet/>
      <dgm:spPr/>
      <dgm:t>
        <a:bodyPr/>
        <a:lstStyle/>
        <a:p>
          <a:r>
            <a:rPr lang="en-US" dirty="0"/>
            <a:t>Agents talk to each other through a shared JSON schema</a:t>
          </a:r>
        </a:p>
      </dgm:t>
    </dgm:pt>
    <dgm:pt modelId="{8F842757-10D8-4B68-BB20-8EF8C60E4A9E}" type="parTrans" cxnId="{48D2F741-F3F8-4845-A0F5-33CE0EC194BB}">
      <dgm:prSet/>
      <dgm:spPr/>
      <dgm:t>
        <a:bodyPr/>
        <a:lstStyle/>
        <a:p>
          <a:endParaRPr lang="en-US"/>
        </a:p>
      </dgm:t>
    </dgm:pt>
    <dgm:pt modelId="{2FA860AD-242B-4212-9CD9-D3CD179D3146}" type="sibTrans" cxnId="{48D2F741-F3F8-4845-A0F5-33CE0EC194BB}">
      <dgm:prSet/>
      <dgm:spPr/>
      <dgm:t>
        <a:bodyPr/>
        <a:lstStyle/>
        <a:p>
          <a:endParaRPr lang="en-US"/>
        </a:p>
      </dgm:t>
    </dgm:pt>
    <dgm:pt modelId="{11E26151-5BEB-47A8-8BB0-36E685B34B30}">
      <dgm:prSet/>
      <dgm:spPr/>
      <dgm:t>
        <a:bodyPr/>
        <a:lstStyle/>
        <a:p>
          <a:r>
            <a:rPr lang="en-US"/>
            <a:t>Parser reads the PDFs directly - no separate OCR step needed</a:t>
          </a:r>
        </a:p>
      </dgm:t>
    </dgm:pt>
    <dgm:pt modelId="{6836D7C5-2EDF-4A20-965C-6D4DA24F8527}" type="parTrans" cxnId="{CD905A34-597A-47A4-9E6C-F58E0EFE24D1}">
      <dgm:prSet/>
      <dgm:spPr/>
      <dgm:t>
        <a:bodyPr/>
        <a:lstStyle/>
        <a:p>
          <a:endParaRPr lang="en-US"/>
        </a:p>
      </dgm:t>
    </dgm:pt>
    <dgm:pt modelId="{E70595FC-0FAA-4481-85A2-2F01B1497496}" type="sibTrans" cxnId="{CD905A34-597A-47A4-9E6C-F58E0EFE24D1}">
      <dgm:prSet/>
      <dgm:spPr/>
      <dgm:t>
        <a:bodyPr/>
        <a:lstStyle/>
        <a:p>
          <a:endParaRPr lang="en-US"/>
        </a:p>
      </dgm:t>
    </dgm:pt>
    <dgm:pt modelId="{F989F91D-4844-485F-81F1-249C2EAE346D}">
      <dgm:prSet/>
      <dgm:spPr/>
      <dgm:t>
        <a:bodyPr/>
        <a:lstStyle/>
        <a:p>
          <a:r>
            <a:rPr lang="en-US" dirty="0"/>
            <a:t>Stateless design means any single agent can be retried without redoing the rest</a:t>
          </a:r>
        </a:p>
      </dgm:t>
    </dgm:pt>
    <dgm:pt modelId="{362B2BFD-1A48-4C3F-BB0F-F4BB7BF0AAD1}" type="parTrans" cxnId="{0602184C-19AD-42C2-9702-7C70770C2EC9}">
      <dgm:prSet/>
      <dgm:spPr/>
      <dgm:t>
        <a:bodyPr/>
        <a:lstStyle/>
        <a:p>
          <a:endParaRPr lang="en-US"/>
        </a:p>
      </dgm:t>
    </dgm:pt>
    <dgm:pt modelId="{7D75D205-AC1D-452D-B2DB-E267A4616C05}" type="sibTrans" cxnId="{0602184C-19AD-42C2-9702-7C70770C2EC9}">
      <dgm:prSet/>
      <dgm:spPr/>
      <dgm:t>
        <a:bodyPr/>
        <a:lstStyle/>
        <a:p>
          <a:endParaRPr lang="en-US"/>
        </a:p>
      </dgm:t>
    </dgm:pt>
    <dgm:pt modelId="{1596E38C-6BE7-4AB4-9F85-25D4F687A646}">
      <dgm:prSet/>
      <dgm:spPr/>
      <dgm:t>
        <a:bodyPr/>
        <a:lstStyle/>
        <a:p>
          <a:r>
            <a:rPr lang="en-US"/>
            <a:t>Today they run together for speed and lower cost</a:t>
          </a:r>
        </a:p>
      </dgm:t>
    </dgm:pt>
    <dgm:pt modelId="{6D7B6149-C209-4073-A3B8-694D21EC8E11}" type="parTrans" cxnId="{27D5F941-56A5-43EB-8961-FBD766C0F223}">
      <dgm:prSet/>
      <dgm:spPr/>
      <dgm:t>
        <a:bodyPr/>
        <a:lstStyle/>
        <a:p>
          <a:endParaRPr lang="en-US"/>
        </a:p>
      </dgm:t>
    </dgm:pt>
    <dgm:pt modelId="{1E716202-8610-453D-98E7-B79ED3B42BF9}" type="sibTrans" cxnId="{27D5F941-56A5-43EB-8961-FBD766C0F223}">
      <dgm:prSet/>
      <dgm:spPr/>
      <dgm:t>
        <a:bodyPr/>
        <a:lstStyle/>
        <a:p>
          <a:endParaRPr lang="en-US"/>
        </a:p>
      </dgm:t>
    </dgm:pt>
    <dgm:pt modelId="{113A9359-EBDE-4AB3-B2C8-83F9137029B1}">
      <dgm:prSet/>
      <dgm:spPr/>
      <dgm:t>
        <a:bodyPr/>
        <a:lstStyle/>
        <a:p>
          <a:r>
            <a:rPr lang="en-US"/>
            <a:t>Any one of them can later be split into its own Cloud Run service if we need to scale it</a:t>
          </a:r>
        </a:p>
      </dgm:t>
    </dgm:pt>
    <dgm:pt modelId="{83B37EFA-9CFA-4448-B76F-FA9E55AD69FF}" type="parTrans" cxnId="{9E0BC03A-B9F6-471B-9CF3-B5139F08BAE5}">
      <dgm:prSet/>
      <dgm:spPr/>
      <dgm:t>
        <a:bodyPr/>
        <a:lstStyle/>
        <a:p>
          <a:endParaRPr lang="en-US"/>
        </a:p>
      </dgm:t>
    </dgm:pt>
    <dgm:pt modelId="{8D755D72-FCC2-40E5-BDB6-1500CD28C094}" type="sibTrans" cxnId="{9E0BC03A-B9F6-471B-9CF3-B5139F08BAE5}">
      <dgm:prSet/>
      <dgm:spPr/>
      <dgm:t>
        <a:bodyPr/>
        <a:lstStyle/>
        <a:p>
          <a:endParaRPr lang="en-US"/>
        </a:p>
      </dgm:t>
    </dgm:pt>
    <dgm:pt modelId="{1067F377-8928-4FF5-812D-A31EACDBB8C3}" type="pres">
      <dgm:prSet presAssocID="{F31BDAF2-221A-4A4C-9C69-E72D86D0C2DE}" presName="diagram" presStyleCnt="0">
        <dgm:presLayoutVars>
          <dgm:dir/>
          <dgm:resizeHandles val="exact"/>
        </dgm:presLayoutVars>
      </dgm:prSet>
      <dgm:spPr/>
    </dgm:pt>
    <dgm:pt modelId="{73F3F1FF-48E0-4268-94D8-1D9F6D1E1460}" type="pres">
      <dgm:prSet presAssocID="{AB90946F-1B1C-47BE-972E-223DE8BED202}" presName="node" presStyleLbl="node1" presStyleIdx="0" presStyleCnt="8">
        <dgm:presLayoutVars>
          <dgm:bulletEnabled val="1"/>
        </dgm:presLayoutVars>
      </dgm:prSet>
      <dgm:spPr/>
    </dgm:pt>
    <dgm:pt modelId="{42FE71CE-614B-41F8-B985-59D764C59866}" type="pres">
      <dgm:prSet presAssocID="{526F6B5B-30B3-4994-90B5-CACE57A3FAF4}" presName="sibTrans" presStyleCnt="0"/>
      <dgm:spPr/>
    </dgm:pt>
    <dgm:pt modelId="{2AF3B7EB-DFE8-4B2D-B986-9C26A3FE9CF3}" type="pres">
      <dgm:prSet presAssocID="{DD98D54D-658E-4124-BFC9-A2B88C77191E}" presName="node" presStyleLbl="node1" presStyleIdx="1" presStyleCnt="8">
        <dgm:presLayoutVars>
          <dgm:bulletEnabled val="1"/>
        </dgm:presLayoutVars>
      </dgm:prSet>
      <dgm:spPr/>
    </dgm:pt>
    <dgm:pt modelId="{67373D8A-6895-48BF-A487-26C4BDD44A86}" type="pres">
      <dgm:prSet presAssocID="{615E7287-BE6B-42DD-A4ED-C77C469AA675}" presName="sibTrans" presStyleCnt="0"/>
      <dgm:spPr/>
    </dgm:pt>
    <dgm:pt modelId="{F0A81BDB-FF28-4B9A-A97B-581BA8ACE5DE}" type="pres">
      <dgm:prSet presAssocID="{60EC8910-47A3-4AF1-B51D-4FD6ED3D85E7}" presName="node" presStyleLbl="node1" presStyleIdx="2" presStyleCnt="8">
        <dgm:presLayoutVars>
          <dgm:bulletEnabled val="1"/>
        </dgm:presLayoutVars>
      </dgm:prSet>
      <dgm:spPr/>
    </dgm:pt>
    <dgm:pt modelId="{26A022C2-6C8E-4C84-A940-D0FCB0F550E4}" type="pres">
      <dgm:prSet presAssocID="{0A0E65AF-7E42-4465-972A-0B2BAC4CAAD1}" presName="sibTrans" presStyleCnt="0"/>
      <dgm:spPr/>
    </dgm:pt>
    <dgm:pt modelId="{82F6AEB7-2DE6-40C7-9509-1E050CEF360E}" type="pres">
      <dgm:prSet presAssocID="{393596A3-1E34-4EC5-9A75-B188B347C7BF}" presName="node" presStyleLbl="node1" presStyleIdx="3" presStyleCnt="8">
        <dgm:presLayoutVars>
          <dgm:bulletEnabled val="1"/>
        </dgm:presLayoutVars>
      </dgm:prSet>
      <dgm:spPr/>
    </dgm:pt>
    <dgm:pt modelId="{3BEAD79F-6EFC-4FD5-8CF7-A57CFD30F6F9}" type="pres">
      <dgm:prSet presAssocID="{2FA860AD-242B-4212-9CD9-D3CD179D3146}" presName="sibTrans" presStyleCnt="0"/>
      <dgm:spPr/>
    </dgm:pt>
    <dgm:pt modelId="{1E119F63-F362-4942-A3B0-CF3DF47EE2F6}" type="pres">
      <dgm:prSet presAssocID="{11E26151-5BEB-47A8-8BB0-36E685B34B30}" presName="node" presStyleLbl="node1" presStyleIdx="4" presStyleCnt="8">
        <dgm:presLayoutVars>
          <dgm:bulletEnabled val="1"/>
        </dgm:presLayoutVars>
      </dgm:prSet>
      <dgm:spPr/>
    </dgm:pt>
    <dgm:pt modelId="{BC2F0D79-0294-4EBC-B8CA-9E8A1825654F}" type="pres">
      <dgm:prSet presAssocID="{E70595FC-0FAA-4481-85A2-2F01B1497496}" presName="sibTrans" presStyleCnt="0"/>
      <dgm:spPr/>
    </dgm:pt>
    <dgm:pt modelId="{F8899A90-D9FC-45F5-A537-C726FB58EE9F}" type="pres">
      <dgm:prSet presAssocID="{F989F91D-4844-485F-81F1-249C2EAE346D}" presName="node" presStyleLbl="node1" presStyleIdx="5" presStyleCnt="8">
        <dgm:presLayoutVars>
          <dgm:bulletEnabled val="1"/>
        </dgm:presLayoutVars>
      </dgm:prSet>
      <dgm:spPr/>
    </dgm:pt>
    <dgm:pt modelId="{E9F135CD-830B-4CC9-AFDF-70646475D451}" type="pres">
      <dgm:prSet presAssocID="{7D75D205-AC1D-452D-B2DB-E267A4616C05}" presName="sibTrans" presStyleCnt="0"/>
      <dgm:spPr/>
    </dgm:pt>
    <dgm:pt modelId="{5EE9715D-4DAD-43FB-A953-3BC5E3AC621C}" type="pres">
      <dgm:prSet presAssocID="{1596E38C-6BE7-4AB4-9F85-25D4F687A646}" presName="node" presStyleLbl="node1" presStyleIdx="6" presStyleCnt="8">
        <dgm:presLayoutVars>
          <dgm:bulletEnabled val="1"/>
        </dgm:presLayoutVars>
      </dgm:prSet>
      <dgm:spPr/>
    </dgm:pt>
    <dgm:pt modelId="{9B0D9E6B-49DE-4272-9A68-0206BCD8E435}" type="pres">
      <dgm:prSet presAssocID="{1E716202-8610-453D-98E7-B79ED3B42BF9}" presName="sibTrans" presStyleCnt="0"/>
      <dgm:spPr/>
    </dgm:pt>
    <dgm:pt modelId="{E1557A0B-DB2B-4738-9256-74060539D3AC}" type="pres">
      <dgm:prSet presAssocID="{113A9359-EBDE-4AB3-B2C8-83F9137029B1}" presName="node" presStyleLbl="node1" presStyleIdx="7" presStyleCnt="8">
        <dgm:presLayoutVars>
          <dgm:bulletEnabled val="1"/>
        </dgm:presLayoutVars>
      </dgm:prSet>
      <dgm:spPr/>
    </dgm:pt>
  </dgm:ptLst>
  <dgm:cxnLst>
    <dgm:cxn modelId="{ED1DDD01-D013-4A33-A693-9793B7F7E7B8}" type="presOf" srcId="{1596E38C-6BE7-4AB4-9F85-25D4F687A646}" destId="{5EE9715D-4DAD-43FB-A953-3BC5E3AC621C}" srcOrd="0" destOrd="0" presId="urn:microsoft.com/office/officeart/2005/8/layout/default"/>
    <dgm:cxn modelId="{6465FA13-30AE-4DE7-AE70-676DB51E5EC5}" type="presOf" srcId="{F989F91D-4844-485F-81F1-249C2EAE346D}" destId="{F8899A90-D9FC-45F5-A537-C726FB58EE9F}" srcOrd="0" destOrd="0" presId="urn:microsoft.com/office/officeart/2005/8/layout/default"/>
    <dgm:cxn modelId="{4EDE5D17-47D1-494C-83EE-C96C0456D489}" type="presOf" srcId="{393596A3-1E34-4EC5-9A75-B188B347C7BF}" destId="{82F6AEB7-2DE6-40C7-9509-1E050CEF360E}" srcOrd="0" destOrd="0" presId="urn:microsoft.com/office/officeart/2005/8/layout/default"/>
    <dgm:cxn modelId="{CD905A34-597A-47A4-9E6C-F58E0EFE24D1}" srcId="{F31BDAF2-221A-4A4C-9C69-E72D86D0C2DE}" destId="{11E26151-5BEB-47A8-8BB0-36E685B34B30}" srcOrd="4" destOrd="0" parTransId="{6836D7C5-2EDF-4A20-965C-6D4DA24F8527}" sibTransId="{E70595FC-0FAA-4481-85A2-2F01B1497496}"/>
    <dgm:cxn modelId="{9E0BC03A-B9F6-471B-9CF3-B5139F08BAE5}" srcId="{F31BDAF2-221A-4A4C-9C69-E72D86D0C2DE}" destId="{113A9359-EBDE-4AB3-B2C8-83F9137029B1}" srcOrd="7" destOrd="0" parTransId="{83B37EFA-9CFA-4448-B76F-FA9E55AD69FF}" sibTransId="{8D755D72-FCC2-40E5-BDB6-1500CD28C094}"/>
    <dgm:cxn modelId="{48D2F741-F3F8-4845-A0F5-33CE0EC194BB}" srcId="{F31BDAF2-221A-4A4C-9C69-E72D86D0C2DE}" destId="{393596A3-1E34-4EC5-9A75-B188B347C7BF}" srcOrd="3" destOrd="0" parTransId="{8F842757-10D8-4B68-BB20-8EF8C60E4A9E}" sibTransId="{2FA860AD-242B-4212-9CD9-D3CD179D3146}"/>
    <dgm:cxn modelId="{27D5F941-56A5-43EB-8961-FBD766C0F223}" srcId="{F31BDAF2-221A-4A4C-9C69-E72D86D0C2DE}" destId="{1596E38C-6BE7-4AB4-9F85-25D4F687A646}" srcOrd="6" destOrd="0" parTransId="{6D7B6149-C209-4073-A3B8-694D21EC8E11}" sibTransId="{1E716202-8610-453D-98E7-B79ED3B42BF9}"/>
    <dgm:cxn modelId="{0602184C-19AD-42C2-9702-7C70770C2EC9}" srcId="{F31BDAF2-221A-4A4C-9C69-E72D86D0C2DE}" destId="{F989F91D-4844-485F-81F1-249C2EAE346D}" srcOrd="5" destOrd="0" parTransId="{362B2BFD-1A48-4C3F-BB0F-F4BB7BF0AAD1}" sibTransId="{7D75D205-AC1D-452D-B2DB-E267A4616C05}"/>
    <dgm:cxn modelId="{4D235957-4966-47A8-AF42-8666DB6E61D0}" type="presOf" srcId="{DD98D54D-658E-4124-BFC9-A2B88C77191E}" destId="{2AF3B7EB-DFE8-4B2D-B986-9C26A3FE9CF3}" srcOrd="0" destOrd="0" presId="urn:microsoft.com/office/officeart/2005/8/layout/default"/>
    <dgm:cxn modelId="{F3218485-6B37-4561-BD83-72E52EC3E08C}" type="presOf" srcId="{11E26151-5BEB-47A8-8BB0-36E685B34B30}" destId="{1E119F63-F362-4942-A3B0-CF3DF47EE2F6}" srcOrd="0" destOrd="0" presId="urn:microsoft.com/office/officeart/2005/8/layout/default"/>
    <dgm:cxn modelId="{FED5A28D-E889-4CFC-B344-86589EE5E7ED}" srcId="{F31BDAF2-221A-4A4C-9C69-E72D86D0C2DE}" destId="{AB90946F-1B1C-47BE-972E-223DE8BED202}" srcOrd="0" destOrd="0" parTransId="{54B8E0EC-2BD8-40F8-A15C-27917706203A}" sibTransId="{526F6B5B-30B3-4994-90B5-CACE57A3FAF4}"/>
    <dgm:cxn modelId="{CA9EC59C-0B7B-41FD-97AC-5E7E2B849607}" srcId="{F31BDAF2-221A-4A4C-9C69-E72D86D0C2DE}" destId="{60EC8910-47A3-4AF1-B51D-4FD6ED3D85E7}" srcOrd="2" destOrd="0" parTransId="{C666E952-75B4-40A0-8EF1-32CA26366C58}" sibTransId="{0A0E65AF-7E42-4465-972A-0B2BAC4CAAD1}"/>
    <dgm:cxn modelId="{7F4808AD-1D29-407A-88D3-A392FAAE9319}" srcId="{F31BDAF2-221A-4A4C-9C69-E72D86D0C2DE}" destId="{DD98D54D-658E-4124-BFC9-A2B88C77191E}" srcOrd="1" destOrd="0" parTransId="{B114FF3B-6E8C-4A26-930A-E31ED2EDA3AC}" sibTransId="{615E7287-BE6B-42DD-A4ED-C77C469AA675}"/>
    <dgm:cxn modelId="{BE063EC4-00F4-4ABA-87EA-A25A3539C12C}" type="presOf" srcId="{AB90946F-1B1C-47BE-972E-223DE8BED202}" destId="{73F3F1FF-48E0-4268-94D8-1D9F6D1E1460}" srcOrd="0" destOrd="0" presId="urn:microsoft.com/office/officeart/2005/8/layout/default"/>
    <dgm:cxn modelId="{5E863BE6-B260-4E59-A1ED-93C3AE346E79}" type="presOf" srcId="{113A9359-EBDE-4AB3-B2C8-83F9137029B1}" destId="{E1557A0B-DB2B-4738-9256-74060539D3AC}" srcOrd="0" destOrd="0" presId="urn:microsoft.com/office/officeart/2005/8/layout/default"/>
    <dgm:cxn modelId="{47A669ED-225D-4912-BA2B-36464F20084B}" type="presOf" srcId="{60EC8910-47A3-4AF1-B51D-4FD6ED3D85E7}" destId="{F0A81BDB-FF28-4B9A-A97B-581BA8ACE5DE}" srcOrd="0" destOrd="0" presId="urn:microsoft.com/office/officeart/2005/8/layout/default"/>
    <dgm:cxn modelId="{588FB6F9-D4D2-4929-BDDA-F15168CE7605}" type="presOf" srcId="{F31BDAF2-221A-4A4C-9C69-E72D86D0C2DE}" destId="{1067F377-8928-4FF5-812D-A31EACDBB8C3}" srcOrd="0" destOrd="0" presId="urn:microsoft.com/office/officeart/2005/8/layout/default"/>
    <dgm:cxn modelId="{AD814A55-7E01-43A3-9578-9BBCDC9BD895}" type="presParOf" srcId="{1067F377-8928-4FF5-812D-A31EACDBB8C3}" destId="{73F3F1FF-48E0-4268-94D8-1D9F6D1E1460}" srcOrd="0" destOrd="0" presId="urn:microsoft.com/office/officeart/2005/8/layout/default"/>
    <dgm:cxn modelId="{54CDB327-4F50-46F0-BBE5-92F69981524C}" type="presParOf" srcId="{1067F377-8928-4FF5-812D-A31EACDBB8C3}" destId="{42FE71CE-614B-41F8-B985-59D764C59866}" srcOrd="1" destOrd="0" presId="urn:microsoft.com/office/officeart/2005/8/layout/default"/>
    <dgm:cxn modelId="{2F282B8E-A418-4558-8783-6BE4F90D1522}" type="presParOf" srcId="{1067F377-8928-4FF5-812D-A31EACDBB8C3}" destId="{2AF3B7EB-DFE8-4B2D-B986-9C26A3FE9CF3}" srcOrd="2" destOrd="0" presId="urn:microsoft.com/office/officeart/2005/8/layout/default"/>
    <dgm:cxn modelId="{B904340F-98D8-42F8-9DFA-511AF187A5F9}" type="presParOf" srcId="{1067F377-8928-4FF5-812D-A31EACDBB8C3}" destId="{67373D8A-6895-48BF-A487-26C4BDD44A86}" srcOrd="3" destOrd="0" presId="urn:microsoft.com/office/officeart/2005/8/layout/default"/>
    <dgm:cxn modelId="{8641E2F3-305A-4526-B8A7-EB12BAFBD7F8}" type="presParOf" srcId="{1067F377-8928-4FF5-812D-A31EACDBB8C3}" destId="{F0A81BDB-FF28-4B9A-A97B-581BA8ACE5DE}" srcOrd="4" destOrd="0" presId="urn:microsoft.com/office/officeart/2005/8/layout/default"/>
    <dgm:cxn modelId="{81E4CD37-7614-44C4-811E-7C24A5322040}" type="presParOf" srcId="{1067F377-8928-4FF5-812D-A31EACDBB8C3}" destId="{26A022C2-6C8E-4C84-A940-D0FCB0F550E4}" srcOrd="5" destOrd="0" presId="urn:microsoft.com/office/officeart/2005/8/layout/default"/>
    <dgm:cxn modelId="{DB50E5BF-8D24-4D41-A282-A39794690119}" type="presParOf" srcId="{1067F377-8928-4FF5-812D-A31EACDBB8C3}" destId="{82F6AEB7-2DE6-40C7-9509-1E050CEF360E}" srcOrd="6" destOrd="0" presId="urn:microsoft.com/office/officeart/2005/8/layout/default"/>
    <dgm:cxn modelId="{F41EFCB6-69B7-4286-B826-B7C92A24707C}" type="presParOf" srcId="{1067F377-8928-4FF5-812D-A31EACDBB8C3}" destId="{3BEAD79F-6EFC-4FD5-8CF7-A57CFD30F6F9}" srcOrd="7" destOrd="0" presId="urn:microsoft.com/office/officeart/2005/8/layout/default"/>
    <dgm:cxn modelId="{602042EE-0174-4AE5-950B-FEC349B1A36A}" type="presParOf" srcId="{1067F377-8928-4FF5-812D-A31EACDBB8C3}" destId="{1E119F63-F362-4942-A3B0-CF3DF47EE2F6}" srcOrd="8" destOrd="0" presId="urn:microsoft.com/office/officeart/2005/8/layout/default"/>
    <dgm:cxn modelId="{3B4649D7-5F2F-42C6-BECB-BD345E4B9577}" type="presParOf" srcId="{1067F377-8928-4FF5-812D-A31EACDBB8C3}" destId="{BC2F0D79-0294-4EBC-B8CA-9E8A1825654F}" srcOrd="9" destOrd="0" presId="urn:microsoft.com/office/officeart/2005/8/layout/default"/>
    <dgm:cxn modelId="{342110A7-9CA8-493D-B042-E1E0B78DC8EC}" type="presParOf" srcId="{1067F377-8928-4FF5-812D-A31EACDBB8C3}" destId="{F8899A90-D9FC-45F5-A537-C726FB58EE9F}" srcOrd="10" destOrd="0" presId="urn:microsoft.com/office/officeart/2005/8/layout/default"/>
    <dgm:cxn modelId="{745B3D92-7173-4BDA-8812-CFA004C05E66}" type="presParOf" srcId="{1067F377-8928-4FF5-812D-A31EACDBB8C3}" destId="{E9F135CD-830B-4CC9-AFDF-70646475D451}" srcOrd="11" destOrd="0" presId="urn:microsoft.com/office/officeart/2005/8/layout/default"/>
    <dgm:cxn modelId="{8EEA18B2-2D3C-4296-A204-4C679399689A}" type="presParOf" srcId="{1067F377-8928-4FF5-812D-A31EACDBB8C3}" destId="{5EE9715D-4DAD-43FB-A953-3BC5E3AC621C}" srcOrd="12" destOrd="0" presId="urn:microsoft.com/office/officeart/2005/8/layout/default"/>
    <dgm:cxn modelId="{1ED6EEC5-766B-4582-86D1-F9F387BF76B4}" type="presParOf" srcId="{1067F377-8928-4FF5-812D-A31EACDBB8C3}" destId="{9B0D9E6B-49DE-4272-9A68-0206BCD8E435}" srcOrd="13" destOrd="0" presId="urn:microsoft.com/office/officeart/2005/8/layout/default"/>
    <dgm:cxn modelId="{93F9BDE1-E35F-4E04-8702-3AF12AA89166}" type="presParOf" srcId="{1067F377-8928-4FF5-812D-A31EACDBB8C3}" destId="{E1557A0B-DB2B-4738-9256-74060539D3AC}" srcOrd="14"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F90FD2F-FB85-4EC1-94DA-BBCCEF157031}"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9F8DAC30-AFDF-4072-B367-65C9925B8F84}">
      <dgm:prSet/>
      <dgm:spPr/>
      <dgm:t>
        <a:bodyPr/>
        <a:lstStyle/>
        <a:p>
          <a:r>
            <a:rPr lang="en-US"/>
            <a:t>Frontend and backend both run on Cloud Run as Docker containers</a:t>
          </a:r>
        </a:p>
      </dgm:t>
    </dgm:pt>
    <dgm:pt modelId="{A7D449D7-3AF8-4DBF-8ECD-D119B9EE2F2B}" type="parTrans" cxnId="{88ABE787-7A70-40C9-8DB8-7CFBF0B6CC77}">
      <dgm:prSet/>
      <dgm:spPr/>
      <dgm:t>
        <a:bodyPr/>
        <a:lstStyle/>
        <a:p>
          <a:endParaRPr lang="en-US"/>
        </a:p>
      </dgm:t>
    </dgm:pt>
    <dgm:pt modelId="{39609FE7-053C-4263-95E6-EBE1A343685C}" type="sibTrans" cxnId="{88ABE787-7A70-40C9-8DB8-7CFBF0B6CC77}">
      <dgm:prSet/>
      <dgm:spPr/>
      <dgm:t>
        <a:bodyPr/>
        <a:lstStyle/>
        <a:p>
          <a:endParaRPr lang="en-US"/>
        </a:p>
      </dgm:t>
    </dgm:pt>
    <dgm:pt modelId="{8D30E16C-3995-4DA2-8C2F-2E4B1A4F7CFA}">
      <dgm:prSet/>
      <dgm:spPr/>
      <dgm:t>
        <a:bodyPr/>
        <a:lstStyle/>
        <a:p>
          <a:r>
            <a:rPr lang="en-US"/>
            <a:t>Push to GitHub triggers Cloud Build to build the images and deploy automatically</a:t>
          </a:r>
        </a:p>
      </dgm:t>
    </dgm:pt>
    <dgm:pt modelId="{DD76E790-6FBA-4846-A009-FEA927874687}" type="parTrans" cxnId="{36041BBC-E5C0-4BAE-A468-2C76A5D160A3}">
      <dgm:prSet/>
      <dgm:spPr/>
      <dgm:t>
        <a:bodyPr/>
        <a:lstStyle/>
        <a:p>
          <a:endParaRPr lang="en-US"/>
        </a:p>
      </dgm:t>
    </dgm:pt>
    <dgm:pt modelId="{1148B031-6455-403B-AC3A-8E8444A35647}" type="sibTrans" cxnId="{36041BBC-E5C0-4BAE-A468-2C76A5D160A3}">
      <dgm:prSet/>
      <dgm:spPr/>
      <dgm:t>
        <a:bodyPr/>
        <a:lstStyle/>
        <a:p>
          <a:endParaRPr lang="en-US"/>
        </a:p>
      </dgm:t>
    </dgm:pt>
    <dgm:pt modelId="{63686512-1003-4E64-BEF8-3D5ECAFE3C72}">
      <dgm:prSet/>
      <dgm:spPr/>
      <dgm:t>
        <a:bodyPr/>
        <a:lstStyle/>
        <a:p>
          <a:r>
            <a:rPr lang="en-US"/>
            <a:t>Docker images are stored in Artifact Registry with vulnerability scanning on</a:t>
          </a:r>
        </a:p>
      </dgm:t>
    </dgm:pt>
    <dgm:pt modelId="{50B4F9F2-F8F8-4CE2-BEF9-6E07044D1B11}" type="parTrans" cxnId="{2C8394B4-019A-43C2-A178-CE594BA66DA5}">
      <dgm:prSet/>
      <dgm:spPr/>
      <dgm:t>
        <a:bodyPr/>
        <a:lstStyle/>
        <a:p>
          <a:endParaRPr lang="en-US"/>
        </a:p>
      </dgm:t>
    </dgm:pt>
    <dgm:pt modelId="{6644B667-74CC-465E-A36E-D84D246C795A}" type="sibTrans" cxnId="{2C8394B4-019A-43C2-A178-CE594BA66DA5}">
      <dgm:prSet/>
      <dgm:spPr/>
      <dgm:t>
        <a:bodyPr/>
        <a:lstStyle/>
        <a:p>
          <a:endParaRPr lang="en-US"/>
        </a:p>
      </dgm:t>
    </dgm:pt>
    <dgm:pt modelId="{1E7643D9-C120-47C5-8DB0-C817D1D6B2AA}">
      <dgm:prSet/>
      <dgm:spPr/>
      <dgm:t>
        <a:bodyPr/>
        <a:lstStyle/>
        <a:p>
          <a:r>
            <a:rPr lang="en-US"/>
            <a:t>Secrets (API keys, Firebase credentials) live in Secret Manager and are loaded at startup</a:t>
          </a:r>
        </a:p>
      </dgm:t>
    </dgm:pt>
    <dgm:pt modelId="{EBE86A72-1910-4987-8521-28C3E2BA0FE7}" type="parTrans" cxnId="{FEB71BC8-85A8-40F0-B5CE-ECCC4CA006CE}">
      <dgm:prSet/>
      <dgm:spPr/>
      <dgm:t>
        <a:bodyPr/>
        <a:lstStyle/>
        <a:p>
          <a:endParaRPr lang="en-US"/>
        </a:p>
      </dgm:t>
    </dgm:pt>
    <dgm:pt modelId="{10AA4993-9E40-4BAD-B335-7DABBBA43C56}" type="sibTrans" cxnId="{FEB71BC8-85A8-40F0-B5CE-ECCC4CA006CE}">
      <dgm:prSet/>
      <dgm:spPr/>
      <dgm:t>
        <a:bodyPr/>
        <a:lstStyle/>
        <a:p>
          <a:endParaRPr lang="en-US"/>
        </a:p>
      </dgm:t>
    </dgm:pt>
    <dgm:pt modelId="{FD720C95-2038-4EBA-BC9B-2F65AA294E79}">
      <dgm:prSet/>
      <dgm:spPr/>
      <dgm:t>
        <a:bodyPr/>
        <a:lstStyle/>
        <a:p>
          <a:r>
            <a:rPr lang="en-US"/>
            <a:t>Uploaded documents go to Cloud Storage with short-lived signed URLs</a:t>
          </a:r>
        </a:p>
      </dgm:t>
    </dgm:pt>
    <dgm:pt modelId="{E4450F45-8EC8-4493-BB67-780A267D6DA0}" type="parTrans" cxnId="{D9452215-95D1-4AA2-91EB-C458CD5F13E8}">
      <dgm:prSet/>
      <dgm:spPr/>
      <dgm:t>
        <a:bodyPr/>
        <a:lstStyle/>
        <a:p>
          <a:endParaRPr lang="en-US"/>
        </a:p>
      </dgm:t>
    </dgm:pt>
    <dgm:pt modelId="{573139E1-66D3-483E-9820-23DF901537C2}" type="sibTrans" cxnId="{D9452215-95D1-4AA2-91EB-C458CD5F13E8}">
      <dgm:prSet/>
      <dgm:spPr/>
      <dgm:t>
        <a:bodyPr/>
        <a:lstStyle/>
        <a:p>
          <a:endParaRPr lang="en-US"/>
        </a:p>
      </dgm:t>
    </dgm:pt>
    <dgm:pt modelId="{DA6BD129-2E92-4201-82E5-1FDAFF898B07}">
      <dgm:prSet/>
      <dgm:spPr/>
      <dgm:t>
        <a:bodyPr/>
        <a:lstStyle/>
        <a:p>
          <a:r>
            <a:rPr lang="en-US"/>
            <a:t>Analysis results and the audit log are stored in Firestore</a:t>
          </a:r>
        </a:p>
      </dgm:t>
    </dgm:pt>
    <dgm:pt modelId="{848B746A-E958-4518-AC41-19BAB287FB0B}" type="parTrans" cxnId="{AE7C4E1D-B9C8-4869-AF3D-C9623AD21410}">
      <dgm:prSet/>
      <dgm:spPr/>
      <dgm:t>
        <a:bodyPr/>
        <a:lstStyle/>
        <a:p>
          <a:endParaRPr lang="en-US"/>
        </a:p>
      </dgm:t>
    </dgm:pt>
    <dgm:pt modelId="{53A10A75-5688-4D1C-B937-B303E2796AE6}" type="sibTrans" cxnId="{AE7C4E1D-B9C8-4869-AF3D-C9623AD21410}">
      <dgm:prSet/>
      <dgm:spPr/>
      <dgm:t>
        <a:bodyPr/>
        <a:lstStyle/>
        <a:p>
          <a:endParaRPr lang="en-US"/>
        </a:p>
      </dgm:t>
    </dgm:pt>
    <dgm:pt modelId="{88316A7A-B20C-40D7-A908-CD7F879CFFFF}">
      <dgm:prSet/>
      <dgm:spPr/>
      <dgm:t>
        <a:bodyPr/>
        <a:lstStyle/>
        <a:p>
          <a:r>
            <a:rPr lang="en-US"/>
            <a:t>Cloud Run auto-scales from zero, so we only pay for what we use</a:t>
          </a:r>
        </a:p>
      </dgm:t>
    </dgm:pt>
    <dgm:pt modelId="{58699472-FDBE-4227-9DCF-1B030C778E88}" type="parTrans" cxnId="{44C3D531-F0EA-4683-A54E-37E86F6EE5F9}">
      <dgm:prSet/>
      <dgm:spPr/>
      <dgm:t>
        <a:bodyPr/>
        <a:lstStyle/>
        <a:p>
          <a:endParaRPr lang="en-US"/>
        </a:p>
      </dgm:t>
    </dgm:pt>
    <dgm:pt modelId="{2A600D61-D743-4B40-A141-AC7521849858}" type="sibTrans" cxnId="{44C3D531-F0EA-4683-A54E-37E86F6EE5F9}">
      <dgm:prSet/>
      <dgm:spPr/>
      <dgm:t>
        <a:bodyPr/>
        <a:lstStyle/>
        <a:p>
          <a:endParaRPr lang="en-US"/>
        </a:p>
      </dgm:t>
    </dgm:pt>
    <dgm:pt modelId="{BF5070A6-09D4-455A-ADA2-63230517B34F}">
      <dgm:prSet/>
      <dgm:spPr/>
      <dgm:t>
        <a:bodyPr/>
        <a:lstStyle/>
        <a:p>
          <a:r>
            <a:rPr lang="en-US"/>
            <a:t>Each service has its own least-privilege IAM service account</a:t>
          </a:r>
        </a:p>
      </dgm:t>
    </dgm:pt>
    <dgm:pt modelId="{913D82EF-415D-4683-B70F-8BB978370454}" type="parTrans" cxnId="{6A97A062-F415-40B1-83FE-002DF3EC3778}">
      <dgm:prSet/>
      <dgm:spPr/>
      <dgm:t>
        <a:bodyPr/>
        <a:lstStyle/>
        <a:p>
          <a:endParaRPr lang="en-US"/>
        </a:p>
      </dgm:t>
    </dgm:pt>
    <dgm:pt modelId="{111A6FD1-B140-46A5-90BF-793DE08E49A8}" type="sibTrans" cxnId="{6A97A062-F415-40B1-83FE-002DF3EC3778}">
      <dgm:prSet/>
      <dgm:spPr/>
      <dgm:t>
        <a:bodyPr/>
        <a:lstStyle/>
        <a:p>
          <a:endParaRPr lang="en-US"/>
        </a:p>
      </dgm:t>
    </dgm:pt>
    <dgm:pt modelId="{CFD080F5-7D3F-4D52-ADA6-1D1297BDADDD}">
      <dgm:prSet/>
      <dgm:spPr/>
      <dgm:t>
        <a:bodyPr/>
        <a:lstStyle/>
        <a:p>
          <a:r>
            <a:rPr lang="en-US"/>
            <a:t>Logs and metrics are centralised in Cloud Logging and Monitoring with alerts</a:t>
          </a:r>
        </a:p>
      </dgm:t>
    </dgm:pt>
    <dgm:pt modelId="{D7395909-10B6-43AF-8E53-23CBF57E3A06}" type="parTrans" cxnId="{D01281E5-A6C1-439B-9BF1-F2CF0B9CA98A}">
      <dgm:prSet/>
      <dgm:spPr/>
      <dgm:t>
        <a:bodyPr/>
        <a:lstStyle/>
        <a:p>
          <a:endParaRPr lang="en-US"/>
        </a:p>
      </dgm:t>
    </dgm:pt>
    <dgm:pt modelId="{B770D656-B928-46E8-BF70-8A814D6802B1}" type="sibTrans" cxnId="{D01281E5-A6C1-439B-9BF1-F2CF0B9CA98A}">
      <dgm:prSet/>
      <dgm:spPr/>
      <dgm:t>
        <a:bodyPr/>
        <a:lstStyle/>
        <a:p>
          <a:endParaRPr lang="en-US"/>
        </a:p>
      </dgm:t>
    </dgm:pt>
    <dgm:pt modelId="{A703A5E6-A5E2-497A-89AF-E8A6A72AED85}">
      <dgm:prSet/>
      <dgm:spPr/>
      <dgm:t>
        <a:bodyPr/>
        <a:lstStyle/>
        <a:p>
          <a:r>
            <a:rPr lang="en-US"/>
            <a:t>Every request is protected by Firebase Authentication</a:t>
          </a:r>
        </a:p>
      </dgm:t>
    </dgm:pt>
    <dgm:pt modelId="{ADC8A9ED-FBB3-4F8D-ABE7-8064C09FCACF}" type="parTrans" cxnId="{731B70F8-5EDA-4256-B23D-61CE5879B19E}">
      <dgm:prSet/>
      <dgm:spPr/>
      <dgm:t>
        <a:bodyPr/>
        <a:lstStyle/>
        <a:p>
          <a:endParaRPr lang="en-US"/>
        </a:p>
      </dgm:t>
    </dgm:pt>
    <dgm:pt modelId="{F9A47A9D-AEE1-482F-A037-03748A62DB81}" type="sibTrans" cxnId="{731B70F8-5EDA-4256-B23D-61CE5879B19E}">
      <dgm:prSet/>
      <dgm:spPr/>
      <dgm:t>
        <a:bodyPr/>
        <a:lstStyle/>
        <a:p>
          <a:endParaRPr lang="en-US"/>
        </a:p>
      </dgm:t>
    </dgm:pt>
    <dgm:pt modelId="{D3972485-FFA0-49D6-85B6-57CC3B25D218}" type="pres">
      <dgm:prSet presAssocID="{3F90FD2F-FB85-4EC1-94DA-BBCCEF157031}" presName="diagram" presStyleCnt="0">
        <dgm:presLayoutVars>
          <dgm:dir/>
          <dgm:resizeHandles val="exact"/>
        </dgm:presLayoutVars>
      </dgm:prSet>
      <dgm:spPr/>
    </dgm:pt>
    <dgm:pt modelId="{36755530-19BE-4F54-B02B-559B776A0947}" type="pres">
      <dgm:prSet presAssocID="{9F8DAC30-AFDF-4072-B367-65C9925B8F84}" presName="node" presStyleLbl="node1" presStyleIdx="0" presStyleCnt="10">
        <dgm:presLayoutVars>
          <dgm:bulletEnabled val="1"/>
        </dgm:presLayoutVars>
      </dgm:prSet>
      <dgm:spPr/>
    </dgm:pt>
    <dgm:pt modelId="{DF1D9D6C-BF3C-41B5-B78F-C65351CE45EB}" type="pres">
      <dgm:prSet presAssocID="{39609FE7-053C-4263-95E6-EBE1A343685C}" presName="sibTrans" presStyleCnt="0"/>
      <dgm:spPr/>
    </dgm:pt>
    <dgm:pt modelId="{CFDE648E-8E36-4B11-9BF7-B96103770A4F}" type="pres">
      <dgm:prSet presAssocID="{8D30E16C-3995-4DA2-8C2F-2E4B1A4F7CFA}" presName="node" presStyleLbl="node1" presStyleIdx="1" presStyleCnt="10">
        <dgm:presLayoutVars>
          <dgm:bulletEnabled val="1"/>
        </dgm:presLayoutVars>
      </dgm:prSet>
      <dgm:spPr/>
    </dgm:pt>
    <dgm:pt modelId="{BA97EA42-0C3F-47BF-A7B2-194D3F5EDA63}" type="pres">
      <dgm:prSet presAssocID="{1148B031-6455-403B-AC3A-8E8444A35647}" presName="sibTrans" presStyleCnt="0"/>
      <dgm:spPr/>
    </dgm:pt>
    <dgm:pt modelId="{E1E02578-2425-49C5-9CEE-397C92D23FF8}" type="pres">
      <dgm:prSet presAssocID="{63686512-1003-4E64-BEF8-3D5ECAFE3C72}" presName="node" presStyleLbl="node1" presStyleIdx="2" presStyleCnt="10">
        <dgm:presLayoutVars>
          <dgm:bulletEnabled val="1"/>
        </dgm:presLayoutVars>
      </dgm:prSet>
      <dgm:spPr/>
    </dgm:pt>
    <dgm:pt modelId="{FDAAF52C-14F0-4B00-A531-ACA9C338084B}" type="pres">
      <dgm:prSet presAssocID="{6644B667-74CC-465E-A36E-D84D246C795A}" presName="sibTrans" presStyleCnt="0"/>
      <dgm:spPr/>
    </dgm:pt>
    <dgm:pt modelId="{2E84F8B8-8BE8-44DE-8675-9608A3EE1E4E}" type="pres">
      <dgm:prSet presAssocID="{1E7643D9-C120-47C5-8DB0-C817D1D6B2AA}" presName="node" presStyleLbl="node1" presStyleIdx="3" presStyleCnt="10">
        <dgm:presLayoutVars>
          <dgm:bulletEnabled val="1"/>
        </dgm:presLayoutVars>
      </dgm:prSet>
      <dgm:spPr/>
    </dgm:pt>
    <dgm:pt modelId="{734A9118-C319-4B0B-8DC7-F8A4FF9428E1}" type="pres">
      <dgm:prSet presAssocID="{10AA4993-9E40-4BAD-B335-7DABBBA43C56}" presName="sibTrans" presStyleCnt="0"/>
      <dgm:spPr/>
    </dgm:pt>
    <dgm:pt modelId="{657BCC1D-5FC1-49F8-9C32-FF35652FB735}" type="pres">
      <dgm:prSet presAssocID="{FD720C95-2038-4EBA-BC9B-2F65AA294E79}" presName="node" presStyleLbl="node1" presStyleIdx="4" presStyleCnt="10">
        <dgm:presLayoutVars>
          <dgm:bulletEnabled val="1"/>
        </dgm:presLayoutVars>
      </dgm:prSet>
      <dgm:spPr/>
    </dgm:pt>
    <dgm:pt modelId="{0BB44741-B19E-4C2A-BCB1-9136B8A16E13}" type="pres">
      <dgm:prSet presAssocID="{573139E1-66D3-483E-9820-23DF901537C2}" presName="sibTrans" presStyleCnt="0"/>
      <dgm:spPr/>
    </dgm:pt>
    <dgm:pt modelId="{E7BC2E48-A545-4814-95D7-66F0D7F70129}" type="pres">
      <dgm:prSet presAssocID="{DA6BD129-2E92-4201-82E5-1FDAFF898B07}" presName="node" presStyleLbl="node1" presStyleIdx="5" presStyleCnt="10">
        <dgm:presLayoutVars>
          <dgm:bulletEnabled val="1"/>
        </dgm:presLayoutVars>
      </dgm:prSet>
      <dgm:spPr/>
    </dgm:pt>
    <dgm:pt modelId="{DB6420C4-48D7-4E0D-BEB4-2F14782C818D}" type="pres">
      <dgm:prSet presAssocID="{53A10A75-5688-4D1C-B937-B303E2796AE6}" presName="sibTrans" presStyleCnt="0"/>
      <dgm:spPr/>
    </dgm:pt>
    <dgm:pt modelId="{7BF8B92E-2BE8-4941-9BBD-14CDA2C7060C}" type="pres">
      <dgm:prSet presAssocID="{88316A7A-B20C-40D7-A908-CD7F879CFFFF}" presName="node" presStyleLbl="node1" presStyleIdx="6" presStyleCnt="10">
        <dgm:presLayoutVars>
          <dgm:bulletEnabled val="1"/>
        </dgm:presLayoutVars>
      </dgm:prSet>
      <dgm:spPr/>
    </dgm:pt>
    <dgm:pt modelId="{5C710962-1638-4016-BAB9-E9ED64DA0221}" type="pres">
      <dgm:prSet presAssocID="{2A600D61-D743-4B40-A141-AC7521849858}" presName="sibTrans" presStyleCnt="0"/>
      <dgm:spPr/>
    </dgm:pt>
    <dgm:pt modelId="{CA16D4CC-BDDF-404D-8DC1-92FFFF88D433}" type="pres">
      <dgm:prSet presAssocID="{BF5070A6-09D4-455A-ADA2-63230517B34F}" presName="node" presStyleLbl="node1" presStyleIdx="7" presStyleCnt="10">
        <dgm:presLayoutVars>
          <dgm:bulletEnabled val="1"/>
        </dgm:presLayoutVars>
      </dgm:prSet>
      <dgm:spPr/>
    </dgm:pt>
    <dgm:pt modelId="{F2141874-4DD6-4FBD-82A9-02720DE6AA30}" type="pres">
      <dgm:prSet presAssocID="{111A6FD1-B140-46A5-90BF-793DE08E49A8}" presName="sibTrans" presStyleCnt="0"/>
      <dgm:spPr/>
    </dgm:pt>
    <dgm:pt modelId="{78C51901-B341-4859-A321-12B17184EE0B}" type="pres">
      <dgm:prSet presAssocID="{CFD080F5-7D3F-4D52-ADA6-1D1297BDADDD}" presName="node" presStyleLbl="node1" presStyleIdx="8" presStyleCnt="10">
        <dgm:presLayoutVars>
          <dgm:bulletEnabled val="1"/>
        </dgm:presLayoutVars>
      </dgm:prSet>
      <dgm:spPr/>
    </dgm:pt>
    <dgm:pt modelId="{F7A27C71-CCFF-45FA-BAE2-30AC516E8814}" type="pres">
      <dgm:prSet presAssocID="{B770D656-B928-46E8-BF70-8A814D6802B1}" presName="sibTrans" presStyleCnt="0"/>
      <dgm:spPr/>
    </dgm:pt>
    <dgm:pt modelId="{84AFBD3E-171D-4FB1-AC86-602FAC59893E}" type="pres">
      <dgm:prSet presAssocID="{A703A5E6-A5E2-497A-89AF-E8A6A72AED85}" presName="node" presStyleLbl="node1" presStyleIdx="9" presStyleCnt="10">
        <dgm:presLayoutVars>
          <dgm:bulletEnabled val="1"/>
        </dgm:presLayoutVars>
      </dgm:prSet>
      <dgm:spPr/>
    </dgm:pt>
  </dgm:ptLst>
  <dgm:cxnLst>
    <dgm:cxn modelId="{D9452215-95D1-4AA2-91EB-C458CD5F13E8}" srcId="{3F90FD2F-FB85-4EC1-94DA-BBCCEF157031}" destId="{FD720C95-2038-4EBA-BC9B-2F65AA294E79}" srcOrd="4" destOrd="0" parTransId="{E4450F45-8EC8-4493-BB67-780A267D6DA0}" sibTransId="{573139E1-66D3-483E-9820-23DF901537C2}"/>
    <dgm:cxn modelId="{B0C33215-AD2E-4A2A-A64F-6ECA8B279113}" type="presOf" srcId="{DA6BD129-2E92-4201-82E5-1FDAFF898B07}" destId="{E7BC2E48-A545-4814-95D7-66F0D7F70129}" srcOrd="0" destOrd="0" presId="urn:microsoft.com/office/officeart/2005/8/layout/default"/>
    <dgm:cxn modelId="{AE7C4E1D-B9C8-4869-AF3D-C9623AD21410}" srcId="{3F90FD2F-FB85-4EC1-94DA-BBCCEF157031}" destId="{DA6BD129-2E92-4201-82E5-1FDAFF898B07}" srcOrd="5" destOrd="0" parTransId="{848B746A-E958-4518-AC41-19BAB287FB0B}" sibTransId="{53A10A75-5688-4D1C-B937-B303E2796AE6}"/>
    <dgm:cxn modelId="{29A31620-1DDD-4B2E-9522-6F87BD1F1E18}" type="presOf" srcId="{BF5070A6-09D4-455A-ADA2-63230517B34F}" destId="{CA16D4CC-BDDF-404D-8DC1-92FFFF88D433}" srcOrd="0" destOrd="0" presId="urn:microsoft.com/office/officeart/2005/8/layout/default"/>
    <dgm:cxn modelId="{44C3D531-F0EA-4683-A54E-37E86F6EE5F9}" srcId="{3F90FD2F-FB85-4EC1-94DA-BBCCEF157031}" destId="{88316A7A-B20C-40D7-A908-CD7F879CFFFF}" srcOrd="6" destOrd="0" parTransId="{58699472-FDBE-4227-9DCF-1B030C778E88}" sibTransId="{2A600D61-D743-4B40-A141-AC7521849858}"/>
    <dgm:cxn modelId="{6A97A062-F415-40B1-83FE-002DF3EC3778}" srcId="{3F90FD2F-FB85-4EC1-94DA-BBCCEF157031}" destId="{BF5070A6-09D4-455A-ADA2-63230517B34F}" srcOrd="7" destOrd="0" parTransId="{913D82EF-415D-4683-B70F-8BB978370454}" sibTransId="{111A6FD1-B140-46A5-90BF-793DE08E49A8}"/>
    <dgm:cxn modelId="{AC521A4F-634A-403C-968B-255BC3520B36}" type="presOf" srcId="{88316A7A-B20C-40D7-A908-CD7F879CFFFF}" destId="{7BF8B92E-2BE8-4941-9BBD-14CDA2C7060C}" srcOrd="0" destOrd="0" presId="urn:microsoft.com/office/officeart/2005/8/layout/default"/>
    <dgm:cxn modelId="{6B926954-F7E1-49FA-897B-EBDC3C3DAC96}" type="presOf" srcId="{8D30E16C-3995-4DA2-8C2F-2E4B1A4F7CFA}" destId="{CFDE648E-8E36-4B11-9BF7-B96103770A4F}" srcOrd="0" destOrd="0" presId="urn:microsoft.com/office/officeart/2005/8/layout/default"/>
    <dgm:cxn modelId="{928C3C7D-1C85-4FA7-8A85-C40263233905}" type="presOf" srcId="{FD720C95-2038-4EBA-BC9B-2F65AA294E79}" destId="{657BCC1D-5FC1-49F8-9C32-FF35652FB735}" srcOrd="0" destOrd="0" presId="urn:microsoft.com/office/officeart/2005/8/layout/default"/>
    <dgm:cxn modelId="{88ABE787-7A70-40C9-8DB8-7CFBF0B6CC77}" srcId="{3F90FD2F-FB85-4EC1-94DA-BBCCEF157031}" destId="{9F8DAC30-AFDF-4072-B367-65C9925B8F84}" srcOrd="0" destOrd="0" parTransId="{A7D449D7-3AF8-4DBF-8ECD-D119B9EE2F2B}" sibTransId="{39609FE7-053C-4263-95E6-EBE1A343685C}"/>
    <dgm:cxn modelId="{1799C891-52B4-4B56-8E58-946E48DD0DDB}" type="presOf" srcId="{1E7643D9-C120-47C5-8DB0-C817D1D6B2AA}" destId="{2E84F8B8-8BE8-44DE-8675-9608A3EE1E4E}" srcOrd="0" destOrd="0" presId="urn:microsoft.com/office/officeart/2005/8/layout/default"/>
    <dgm:cxn modelId="{2C8394B4-019A-43C2-A178-CE594BA66DA5}" srcId="{3F90FD2F-FB85-4EC1-94DA-BBCCEF157031}" destId="{63686512-1003-4E64-BEF8-3D5ECAFE3C72}" srcOrd="2" destOrd="0" parTransId="{50B4F9F2-F8F8-4CE2-BEF9-6E07044D1B11}" sibTransId="{6644B667-74CC-465E-A36E-D84D246C795A}"/>
    <dgm:cxn modelId="{36041BBC-E5C0-4BAE-A468-2C76A5D160A3}" srcId="{3F90FD2F-FB85-4EC1-94DA-BBCCEF157031}" destId="{8D30E16C-3995-4DA2-8C2F-2E4B1A4F7CFA}" srcOrd="1" destOrd="0" parTransId="{DD76E790-6FBA-4846-A009-FEA927874687}" sibTransId="{1148B031-6455-403B-AC3A-8E8444A35647}"/>
    <dgm:cxn modelId="{FEB71BC8-85A8-40F0-B5CE-ECCC4CA006CE}" srcId="{3F90FD2F-FB85-4EC1-94DA-BBCCEF157031}" destId="{1E7643D9-C120-47C5-8DB0-C817D1D6B2AA}" srcOrd="3" destOrd="0" parTransId="{EBE86A72-1910-4987-8521-28C3E2BA0FE7}" sibTransId="{10AA4993-9E40-4BAD-B335-7DABBBA43C56}"/>
    <dgm:cxn modelId="{6973E6C8-640E-429D-8724-C0C6F40AE85E}" type="presOf" srcId="{9F8DAC30-AFDF-4072-B367-65C9925B8F84}" destId="{36755530-19BE-4F54-B02B-559B776A0947}" srcOrd="0" destOrd="0" presId="urn:microsoft.com/office/officeart/2005/8/layout/default"/>
    <dgm:cxn modelId="{610F4FD5-F4A3-47B4-9625-B4BB3C9874D7}" type="presOf" srcId="{3F90FD2F-FB85-4EC1-94DA-BBCCEF157031}" destId="{D3972485-FFA0-49D6-85B6-57CC3B25D218}" srcOrd="0" destOrd="0" presId="urn:microsoft.com/office/officeart/2005/8/layout/default"/>
    <dgm:cxn modelId="{46F2AEE4-62B9-4131-8C34-30B7BAF1F5F4}" type="presOf" srcId="{A703A5E6-A5E2-497A-89AF-E8A6A72AED85}" destId="{84AFBD3E-171D-4FB1-AC86-602FAC59893E}" srcOrd="0" destOrd="0" presId="urn:microsoft.com/office/officeart/2005/8/layout/default"/>
    <dgm:cxn modelId="{D01281E5-A6C1-439B-9BF1-F2CF0B9CA98A}" srcId="{3F90FD2F-FB85-4EC1-94DA-BBCCEF157031}" destId="{CFD080F5-7D3F-4D52-ADA6-1D1297BDADDD}" srcOrd="8" destOrd="0" parTransId="{D7395909-10B6-43AF-8E53-23CBF57E3A06}" sibTransId="{B770D656-B928-46E8-BF70-8A814D6802B1}"/>
    <dgm:cxn modelId="{06AA16F2-07C6-41F0-9F87-D76CB5E6F677}" type="presOf" srcId="{63686512-1003-4E64-BEF8-3D5ECAFE3C72}" destId="{E1E02578-2425-49C5-9CEE-397C92D23FF8}" srcOrd="0" destOrd="0" presId="urn:microsoft.com/office/officeart/2005/8/layout/default"/>
    <dgm:cxn modelId="{731B70F8-5EDA-4256-B23D-61CE5879B19E}" srcId="{3F90FD2F-FB85-4EC1-94DA-BBCCEF157031}" destId="{A703A5E6-A5E2-497A-89AF-E8A6A72AED85}" srcOrd="9" destOrd="0" parTransId="{ADC8A9ED-FBB3-4F8D-ABE7-8064C09FCACF}" sibTransId="{F9A47A9D-AEE1-482F-A037-03748A62DB81}"/>
    <dgm:cxn modelId="{4F76F4FD-AF3D-4508-9A41-364CCC8A6EC8}" type="presOf" srcId="{CFD080F5-7D3F-4D52-ADA6-1D1297BDADDD}" destId="{78C51901-B341-4859-A321-12B17184EE0B}" srcOrd="0" destOrd="0" presId="urn:microsoft.com/office/officeart/2005/8/layout/default"/>
    <dgm:cxn modelId="{76A393F2-2A36-4B4C-884A-F0B4FD8F6514}" type="presParOf" srcId="{D3972485-FFA0-49D6-85B6-57CC3B25D218}" destId="{36755530-19BE-4F54-B02B-559B776A0947}" srcOrd="0" destOrd="0" presId="urn:microsoft.com/office/officeart/2005/8/layout/default"/>
    <dgm:cxn modelId="{311B4C6D-C6EF-4E1E-A4FA-4865D41A9F3D}" type="presParOf" srcId="{D3972485-FFA0-49D6-85B6-57CC3B25D218}" destId="{DF1D9D6C-BF3C-41B5-B78F-C65351CE45EB}" srcOrd="1" destOrd="0" presId="urn:microsoft.com/office/officeart/2005/8/layout/default"/>
    <dgm:cxn modelId="{CE9F65E6-1416-441E-B8F3-FB167243FC03}" type="presParOf" srcId="{D3972485-FFA0-49D6-85B6-57CC3B25D218}" destId="{CFDE648E-8E36-4B11-9BF7-B96103770A4F}" srcOrd="2" destOrd="0" presId="urn:microsoft.com/office/officeart/2005/8/layout/default"/>
    <dgm:cxn modelId="{3A4D1C04-75DB-4FD4-AB6B-2445511BB114}" type="presParOf" srcId="{D3972485-FFA0-49D6-85B6-57CC3B25D218}" destId="{BA97EA42-0C3F-47BF-A7B2-194D3F5EDA63}" srcOrd="3" destOrd="0" presId="urn:microsoft.com/office/officeart/2005/8/layout/default"/>
    <dgm:cxn modelId="{6106EB83-8574-45CF-AC1D-0E680AD3F6DE}" type="presParOf" srcId="{D3972485-FFA0-49D6-85B6-57CC3B25D218}" destId="{E1E02578-2425-49C5-9CEE-397C92D23FF8}" srcOrd="4" destOrd="0" presId="urn:microsoft.com/office/officeart/2005/8/layout/default"/>
    <dgm:cxn modelId="{F4C54B33-CFB3-4929-920C-D0868C2E15A0}" type="presParOf" srcId="{D3972485-FFA0-49D6-85B6-57CC3B25D218}" destId="{FDAAF52C-14F0-4B00-A531-ACA9C338084B}" srcOrd="5" destOrd="0" presId="urn:microsoft.com/office/officeart/2005/8/layout/default"/>
    <dgm:cxn modelId="{2375257F-0A5A-48B4-B7AE-05D15CE2861E}" type="presParOf" srcId="{D3972485-FFA0-49D6-85B6-57CC3B25D218}" destId="{2E84F8B8-8BE8-44DE-8675-9608A3EE1E4E}" srcOrd="6" destOrd="0" presId="urn:microsoft.com/office/officeart/2005/8/layout/default"/>
    <dgm:cxn modelId="{A6249263-E0BC-4A5A-9801-DB67903EF207}" type="presParOf" srcId="{D3972485-FFA0-49D6-85B6-57CC3B25D218}" destId="{734A9118-C319-4B0B-8DC7-F8A4FF9428E1}" srcOrd="7" destOrd="0" presId="urn:microsoft.com/office/officeart/2005/8/layout/default"/>
    <dgm:cxn modelId="{25FE9CA5-DF5E-4722-9B06-5C5F9599F937}" type="presParOf" srcId="{D3972485-FFA0-49D6-85B6-57CC3B25D218}" destId="{657BCC1D-5FC1-49F8-9C32-FF35652FB735}" srcOrd="8" destOrd="0" presId="urn:microsoft.com/office/officeart/2005/8/layout/default"/>
    <dgm:cxn modelId="{0156B283-21ED-45BE-B3DD-575F5529AB52}" type="presParOf" srcId="{D3972485-FFA0-49D6-85B6-57CC3B25D218}" destId="{0BB44741-B19E-4C2A-BCB1-9136B8A16E13}" srcOrd="9" destOrd="0" presId="urn:microsoft.com/office/officeart/2005/8/layout/default"/>
    <dgm:cxn modelId="{CA1764D8-DBA2-4138-B4E1-619042FDCB1F}" type="presParOf" srcId="{D3972485-FFA0-49D6-85B6-57CC3B25D218}" destId="{E7BC2E48-A545-4814-95D7-66F0D7F70129}" srcOrd="10" destOrd="0" presId="urn:microsoft.com/office/officeart/2005/8/layout/default"/>
    <dgm:cxn modelId="{78D41972-00D5-4109-8336-BCA927C6ACBF}" type="presParOf" srcId="{D3972485-FFA0-49D6-85B6-57CC3B25D218}" destId="{DB6420C4-48D7-4E0D-BEB4-2F14782C818D}" srcOrd="11" destOrd="0" presId="urn:microsoft.com/office/officeart/2005/8/layout/default"/>
    <dgm:cxn modelId="{032A7CB2-5423-457A-A453-F87DF3689976}" type="presParOf" srcId="{D3972485-FFA0-49D6-85B6-57CC3B25D218}" destId="{7BF8B92E-2BE8-4941-9BBD-14CDA2C7060C}" srcOrd="12" destOrd="0" presId="urn:microsoft.com/office/officeart/2005/8/layout/default"/>
    <dgm:cxn modelId="{47A094DD-1540-4347-A4CF-D4460134BE48}" type="presParOf" srcId="{D3972485-FFA0-49D6-85B6-57CC3B25D218}" destId="{5C710962-1638-4016-BAB9-E9ED64DA0221}" srcOrd="13" destOrd="0" presId="urn:microsoft.com/office/officeart/2005/8/layout/default"/>
    <dgm:cxn modelId="{1C2F949A-2BEB-4471-9FB0-C77FCCE127DE}" type="presParOf" srcId="{D3972485-FFA0-49D6-85B6-57CC3B25D218}" destId="{CA16D4CC-BDDF-404D-8DC1-92FFFF88D433}" srcOrd="14" destOrd="0" presId="urn:microsoft.com/office/officeart/2005/8/layout/default"/>
    <dgm:cxn modelId="{88288404-87C7-4E20-8D22-0FF2AB2AACDE}" type="presParOf" srcId="{D3972485-FFA0-49D6-85B6-57CC3B25D218}" destId="{F2141874-4DD6-4FBD-82A9-02720DE6AA30}" srcOrd="15" destOrd="0" presId="urn:microsoft.com/office/officeart/2005/8/layout/default"/>
    <dgm:cxn modelId="{FC1C2148-456E-4A4E-B318-EF1C364B841D}" type="presParOf" srcId="{D3972485-FFA0-49D6-85B6-57CC3B25D218}" destId="{78C51901-B341-4859-A321-12B17184EE0B}" srcOrd="16" destOrd="0" presId="urn:microsoft.com/office/officeart/2005/8/layout/default"/>
    <dgm:cxn modelId="{782B2DE0-C790-4961-A2F2-8DB6D73967C8}" type="presParOf" srcId="{D3972485-FFA0-49D6-85B6-57CC3B25D218}" destId="{F7A27C71-CCFF-45FA-BAE2-30AC516E8814}" srcOrd="17" destOrd="0" presId="urn:microsoft.com/office/officeart/2005/8/layout/default"/>
    <dgm:cxn modelId="{4AA989DF-378E-4D79-9645-64C0D4D7C464}" type="presParOf" srcId="{D3972485-FFA0-49D6-85B6-57CC3B25D218}" destId="{84AFBD3E-171D-4FB1-AC86-602FAC59893E}" srcOrd="1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B5827C6-963B-4B92-8C30-60E9171C870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4BA94F66-F47B-43B6-AAC5-664327452243}">
      <dgm:prSet/>
      <dgm:spPr/>
      <dgm:t>
        <a:bodyPr/>
        <a:lstStyle/>
        <a:p>
          <a:r>
            <a:rPr lang="en-US"/>
            <a:t>Land deals in India use 8 to 10 documents - most buyers cannot verify them on their own</a:t>
          </a:r>
        </a:p>
      </dgm:t>
    </dgm:pt>
    <dgm:pt modelId="{704F4E64-4219-48AE-A1FE-67F291395B82}" type="parTrans" cxnId="{D61EB812-6CCE-4173-B6CE-570D56E1545D}">
      <dgm:prSet/>
      <dgm:spPr/>
      <dgm:t>
        <a:bodyPr/>
        <a:lstStyle/>
        <a:p>
          <a:endParaRPr lang="en-US"/>
        </a:p>
      </dgm:t>
    </dgm:pt>
    <dgm:pt modelId="{984118C9-5D03-4B62-A494-359517C34347}" type="sibTrans" cxnId="{D61EB812-6CCE-4173-B6CE-570D56E1545D}">
      <dgm:prSet/>
      <dgm:spPr/>
      <dgm:t>
        <a:bodyPr/>
        <a:lstStyle/>
        <a:p>
          <a:endParaRPr lang="en-US"/>
        </a:p>
      </dgm:t>
    </dgm:pt>
    <dgm:pt modelId="{248E6793-ACBA-4130-9A0F-556F60DB82B1}">
      <dgm:prSet/>
      <dgm:spPr/>
      <dgm:t>
        <a:bodyPr/>
        <a:lstStyle/>
        <a:p>
          <a:r>
            <a:rPr lang="en-US"/>
            <a:t>Lawyers help, but are slow and expensive - and fraud patterns are hard to spot manually</a:t>
          </a:r>
        </a:p>
      </dgm:t>
    </dgm:pt>
    <dgm:pt modelId="{7983EE6A-A993-43AC-946A-1B54B034FC76}" type="parTrans" cxnId="{41B44630-F79A-4B65-97F1-A6861D64D4A9}">
      <dgm:prSet/>
      <dgm:spPr/>
      <dgm:t>
        <a:bodyPr/>
        <a:lstStyle/>
        <a:p>
          <a:endParaRPr lang="en-US"/>
        </a:p>
      </dgm:t>
    </dgm:pt>
    <dgm:pt modelId="{5C6182BF-1A13-47E4-8AD2-42DD9E09A102}" type="sibTrans" cxnId="{41B44630-F79A-4B65-97F1-A6861D64D4A9}">
      <dgm:prSet/>
      <dgm:spPr/>
      <dgm:t>
        <a:bodyPr/>
        <a:lstStyle/>
        <a:p>
          <a:endParaRPr lang="en-US"/>
        </a:p>
      </dgm:t>
    </dgm:pt>
    <dgm:pt modelId="{7BD56E8B-C94F-4E84-AAFF-0ACCC707219F}">
      <dgm:prSet/>
      <dgm:spPr/>
      <dgm:t>
        <a:bodyPr/>
        <a:lstStyle/>
        <a:p>
          <a:r>
            <a:rPr lang="en-US" dirty="0"/>
            <a:t>Gemini can read multi-page PDFs directly, which removes the need for any separate OCR step</a:t>
          </a:r>
        </a:p>
      </dgm:t>
    </dgm:pt>
    <dgm:pt modelId="{263CB3A7-53A1-4B04-BBB4-98B38E9F88E8}" type="parTrans" cxnId="{4FFB9D1C-A9AF-4FE6-96A3-9E75DB564237}">
      <dgm:prSet/>
      <dgm:spPr/>
      <dgm:t>
        <a:bodyPr/>
        <a:lstStyle/>
        <a:p>
          <a:endParaRPr lang="en-US"/>
        </a:p>
      </dgm:t>
    </dgm:pt>
    <dgm:pt modelId="{39090137-9A7C-4EBA-856D-03253A1F5809}" type="sibTrans" cxnId="{4FFB9D1C-A9AF-4FE6-96A3-9E75DB564237}">
      <dgm:prSet/>
      <dgm:spPr/>
      <dgm:t>
        <a:bodyPr/>
        <a:lstStyle/>
        <a:p>
          <a:endParaRPr lang="en-US"/>
        </a:p>
      </dgm:t>
    </dgm:pt>
    <dgm:pt modelId="{31866576-1292-4F4D-BA95-B41ADB247980}">
      <dgm:prSet/>
      <dgm:spPr/>
      <dgm:t>
        <a:bodyPr/>
        <a:lstStyle/>
        <a:p>
          <a:r>
            <a:rPr lang="en-US"/>
            <a:t>Splitting the job across small focused agents gave us better accuracy than one giant prompt</a:t>
          </a:r>
        </a:p>
      </dgm:t>
    </dgm:pt>
    <dgm:pt modelId="{2E791D51-94AD-41B1-A0D4-EF20C7BBB726}" type="parTrans" cxnId="{A8D63A32-E777-471E-B861-599C4E3B9ECC}">
      <dgm:prSet/>
      <dgm:spPr/>
      <dgm:t>
        <a:bodyPr/>
        <a:lstStyle/>
        <a:p>
          <a:endParaRPr lang="en-US"/>
        </a:p>
      </dgm:t>
    </dgm:pt>
    <dgm:pt modelId="{582DD0DA-4A14-4E4C-87E6-0BE5B0FD8F86}" type="sibTrans" cxnId="{A8D63A32-E777-471E-B861-599C4E3B9ECC}">
      <dgm:prSet/>
      <dgm:spPr/>
      <dgm:t>
        <a:bodyPr/>
        <a:lstStyle/>
        <a:p>
          <a:endParaRPr lang="en-US"/>
        </a:p>
      </dgm:t>
    </dgm:pt>
    <dgm:pt modelId="{A336CC88-AF59-4902-B34D-A8B7BF821AD9}">
      <dgm:prSet/>
      <dgm:spPr/>
      <dgm:t>
        <a:bodyPr/>
        <a:lstStyle/>
        <a:p>
          <a:r>
            <a:rPr lang="en-US"/>
            <a:t>Running the agents in parallel keeps the user experience fast</a:t>
          </a:r>
        </a:p>
      </dgm:t>
    </dgm:pt>
    <dgm:pt modelId="{8BA74736-BA68-4EC7-9B10-D1B85C32302A}" type="parTrans" cxnId="{BB6DA482-AB34-4F8F-BFF6-68FE8E719F92}">
      <dgm:prSet/>
      <dgm:spPr/>
      <dgm:t>
        <a:bodyPr/>
        <a:lstStyle/>
        <a:p>
          <a:endParaRPr lang="en-US"/>
        </a:p>
      </dgm:t>
    </dgm:pt>
    <dgm:pt modelId="{1D449510-19F5-4579-81B0-AB02212D5A81}" type="sibTrans" cxnId="{BB6DA482-AB34-4F8F-BFF6-68FE8E719F92}">
      <dgm:prSet/>
      <dgm:spPr/>
      <dgm:t>
        <a:bodyPr/>
        <a:lstStyle/>
        <a:p>
          <a:endParaRPr lang="en-US"/>
        </a:p>
      </dgm:t>
    </dgm:pt>
    <dgm:pt modelId="{BA52F9BD-E083-4D5E-A075-55FD5E3F3C30}">
      <dgm:prSet/>
      <dgm:spPr/>
      <dgm:t>
        <a:bodyPr/>
        <a:lstStyle/>
        <a:p>
          <a:r>
            <a:rPr lang="en-US"/>
            <a:t>Google Cloud gives us everything in one place - AI, hosting, storage, login and security</a:t>
          </a:r>
        </a:p>
      </dgm:t>
    </dgm:pt>
    <dgm:pt modelId="{09C3DBDF-44A1-40B5-9304-310536D0B07A}" type="parTrans" cxnId="{00B7FFA9-F3E6-4E4E-8313-D6D27647A61E}">
      <dgm:prSet/>
      <dgm:spPr/>
      <dgm:t>
        <a:bodyPr/>
        <a:lstStyle/>
        <a:p>
          <a:endParaRPr lang="en-US"/>
        </a:p>
      </dgm:t>
    </dgm:pt>
    <dgm:pt modelId="{3BF2D555-3F1F-4B07-8F75-870679E62680}" type="sibTrans" cxnId="{00B7FFA9-F3E6-4E4E-8313-D6D27647A61E}">
      <dgm:prSet/>
      <dgm:spPr/>
      <dgm:t>
        <a:bodyPr/>
        <a:lstStyle/>
        <a:p>
          <a:endParaRPr lang="en-US"/>
        </a:p>
      </dgm:t>
    </dgm:pt>
    <dgm:pt modelId="{76D227E8-D21E-422F-8149-E4C6D3A5B1FF}">
      <dgm:prSet/>
      <dgm:spPr/>
      <dgm:t>
        <a:bodyPr/>
        <a:lstStyle/>
        <a:p>
          <a:r>
            <a:rPr lang="en-US"/>
            <a:t>End result: a non-expert buyer gets a clear answer in under a minute, not weeks</a:t>
          </a:r>
        </a:p>
      </dgm:t>
    </dgm:pt>
    <dgm:pt modelId="{004159F5-E061-4F3F-A311-94B773BFD1FA}" type="parTrans" cxnId="{80ADFFC8-7462-4004-8BBF-F5356DE9E141}">
      <dgm:prSet/>
      <dgm:spPr/>
      <dgm:t>
        <a:bodyPr/>
        <a:lstStyle/>
        <a:p>
          <a:endParaRPr lang="en-US"/>
        </a:p>
      </dgm:t>
    </dgm:pt>
    <dgm:pt modelId="{9EAC2FF2-F321-47FA-AE12-50FC285F6D7A}" type="sibTrans" cxnId="{80ADFFC8-7462-4004-8BBF-F5356DE9E141}">
      <dgm:prSet/>
      <dgm:spPr/>
      <dgm:t>
        <a:bodyPr/>
        <a:lstStyle/>
        <a:p>
          <a:endParaRPr lang="en-US"/>
        </a:p>
      </dgm:t>
    </dgm:pt>
    <dgm:pt modelId="{4D9571E2-D959-4D0C-9468-F756B1BFA2DF}" type="pres">
      <dgm:prSet presAssocID="{7B5827C6-963B-4B92-8C30-60E9171C8705}" presName="root" presStyleCnt="0">
        <dgm:presLayoutVars>
          <dgm:dir/>
          <dgm:resizeHandles val="exact"/>
        </dgm:presLayoutVars>
      </dgm:prSet>
      <dgm:spPr/>
    </dgm:pt>
    <dgm:pt modelId="{C3455E5A-5BB9-49CE-92CF-36FF9E392D57}" type="pres">
      <dgm:prSet presAssocID="{4BA94F66-F47B-43B6-AAC5-664327452243}" presName="compNode" presStyleCnt="0"/>
      <dgm:spPr/>
    </dgm:pt>
    <dgm:pt modelId="{D07D1256-7C77-455B-88B3-06ADDCA26FDE}" type="pres">
      <dgm:prSet presAssocID="{4BA94F66-F47B-43B6-AAC5-664327452243}" presName="bgRect" presStyleLbl="bgShp" presStyleIdx="0" presStyleCnt="7"/>
      <dgm:spPr/>
    </dgm:pt>
    <dgm:pt modelId="{A8BAFC3E-E57D-4F8E-9F7B-F74C2A87966E}" type="pres">
      <dgm:prSet presAssocID="{4BA94F66-F47B-43B6-AAC5-664327452243}" presName="iconRect" presStyleLbl="node1" presStyleIdx="0"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avel"/>
        </a:ext>
      </dgm:extLst>
    </dgm:pt>
    <dgm:pt modelId="{A779C3D7-556E-4815-A524-D18A5E619A5F}" type="pres">
      <dgm:prSet presAssocID="{4BA94F66-F47B-43B6-AAC5-664327452243}" presName="spaceRect" presStyleCnt="0"/>
      <dgm:spPr/>
    </dgm:pt>
    <dgm:pt modelId="{FAEFE357-1827-4E4A-87CC-3E258B5C370B}" type="pres">
      <dgm:prSet presAssocID="{4BA94F66-F47B-43B6-AAC5-664327452243}" presName="parTx" presStyleLbl="revTx" presStyleIdx="0" presStyleCnt="7">
        <dgm:presLayoutVars>
          <dgm:chMax val="0"/>
          <dgm:chPref val="0"/>
        </dgm:presLayoutVars>
      </dgm:prSet>
      <dgm:spPr/>
    </dgm:pt>
    <dgm:pt modelId="{BBD5F7A8-F55E-461B-9010-6C370CA5656A}" type="pres">
      <dgm:prSet presAssocID="{984118C9-5D03-4B62-A494-359517C34347}" presName="sibTrans" presStyleCnt="0"/>
      <dgm:spPr/>
    </dgm:pt>
    <dgm:pt modelId="{C74BD54E-82A0-4C2C-9E1D-56CE955F53E9}" type="pres">
      <dgm:prSet presAssocID="{248E6793-ACBA-4130-9A0F-556F60DB82B1}" presName="compNode" presStyleCnt="0"/>
      <dgm:spPr/>
    </dgm:pt>
    <dgm:pt modelId="{ED85E20B-C6B5-4D83-B799-8BF8F66FFCC4}" type="pres">
      <dgm:prSet presAssocID="{248E6793-ACBA-4130-9A0F-556F60DB82B1}" presName="bgRect" presStyleLbl="bgShp" presStyleIdx="1" presStyleCnt="7"/>
      <dgm:spPr/>
    </dgm:pt>
    <dgm:pt modelId="{B3F12FFD-E61D-43B5-A4B2-9CCB5E0ABE93}" type="pres">
      <dgm:prSet presAssocID="{248E6793-ACBA-4130-9A0F-556F60DB82B1}" presName="iconRect" presStyleLbl="node1" presStyleIdx="1"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obber"/>
        </a:ext>
      </dgm:extLst>
    </dgm:pt>
    <dgm:pt modelId="{077E223D-1007-4741-B00B-EBB4416B8587}" type="pres">
      <dgm:prSet presAssocID="{248E6793-ACBA-4130-9A0F-556F60DB82B1}" presName="spaceRect" presStyleCnt="0"/>
      <dgm:spPr/>
    </dgm:pt>
    <dgm:pt modelId="{985D2494-2B1E-495E-A95B-31356298C231}" type="pres">
      <dgm:prSet presAssocID="{248E6793-ACBA-4130-9A0F-556F60DB82B1}" presName="parTx" presStyleLbl="revTx" presStyleIdx="1" presStyleCnt="7">
        <dgm:presLayoutVars>
          <dgm:chMax val="0"/>
          <dgm:chPref val="0"/>
        </dgm:presLayoutVars>
      </dgm:prSet>
      <dgm:spPr/>
    </dgm:pt>
    <dgm:pt modelId="{1015C4C1-C4C5-4640-8D10-2A6B599D8885}" type="pres">
      <dgm:prSet presAssocID="{5C6182BF-1A13-47E4-8AD2-42DD9E09A102}" presName="sibTrans" presStyleCnt="0"/>
      <dgm:spPr/>
    </dgm:pt>
    <dgm:pt modelId="{701FC167-0BD3-4C77-8532-63327A309402}" type="pres">
      <dgm:prSet presAssocID="{7BD56E8B-C94F-4E84-AAFF-0ACCC707219F}" presName="compNode" presStyleCnt="0"/>
      <dgm:spPr/>
    </dgm:pt>
    <dgm:pt modelId="{0FA15E2D-F2EE-442D-887C-5328C26992C9}" type="pres">
      <dgm:prSet presAssocID="{7BD56E8B-C94F-4E84-AAFF-0ACCC707219F}" presName="bgRect" presStyleLbl="bgShp" presStyleIdx="2" presStyleCnt="7"/>
      <dgm:spPr/>
    </dgm:pt>
    <dgm:pt modelId="{508A902C-2A84-4C30-8C1A-80935474D536}" type="pres">
      <dgm:prSet presAssocID="{7BD56E8B-C94F-4E84-AAFF-0ACCC707219F}" presName="iconRect" presStyleLbl="node1" presStyleIdx="2"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Venn Diagram"/>
        </a:ext>
      </dgm:extLst>
    </dgm:pt>
    <dgm:pt modelId="{F5A8E10F-2079-425B-A154-086D297EA2B1}" type="pres">
      <dgm:prSet presAssocID="{7BD56E8B-C94F-4E84-AAFF-0ACCC707219F}" presName="spaceRect" presStyleCnt="0"/>
      <dgm:spPr/>
    </dgm:pt>
    <dgm:pt modelId="{159C82CA-F28B-4295-9C6C-65E370E1AD01}" type="pres">
      <dgm:prSet presAssocID="{7BD56E8B-C94F-4E84-AAFF-0ACCC707219F}" presName="parTx" presStyleLbl="revTx" presStyleIdx="2" presStyleCnt="7">
        <dgm:presLayoutVars>
          <dgm:chMax val="0"/>
          <dgm:chPref val="0"/>
        </dgm:presLayoutVars>
      </dgm:prSet>
      <dgm:spPr/>
    </dgm:pt>
    <dgm:pt modelId="{45731CE0-3B7A-4F5F-AC4A-5BB82EC12456}" type="pres">
      <dgm:prSet presAssocID="{39090137-9A7C-4EBA-856D-03253A1F5809}" presName="sibTrans" presStyleCnt="0"/>
      <dgm:spPr/>
    </dgm:pt>
    <dgm:pt modelId="{3D9DF9BB-C410-4AD8-9DC9-113BD4E130FC}" type="pres">
      <dgm:prSet presAssocID="{31866576-1292-4F4D-BA95-B41ADB247980}" presName="compNode" presStyleCnt="0"/>
      <dgm:spPr/>
    </dgm:pt>
    <dgm:pt modelId="{ECE68F3A-4803-4C56-AB4A-8165BFFA4348}" type="pres">
      <dgm:prSet presAssocID="{31866576-1292-4F4D-BA95-B41ADB247980}" presName="bgRect" presStyleLbl="bgShp" presStyleIdx="3" presStyleCnt="7"/>
      <dgm:spPr/>
    </dgm:pt>
    <dgm:pt modelId="{6374D405-5A43-401F-8F10-7B2E97C78590}" type="pres">
      <dgm:prSet presAssocID="{31866576-1292-4F4D-BA95-B41ADB247980}" presName="iconRect" presStyleLbl="node1" presStyleIdx="3"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1BF0C3CD-1095-43C7-85AD-55B8956B5674}" type="pres">
      <dgm:prSet presAssocID="{31866576-1292-4F4D-BA95-B41ADB247980}" presName="spaceRect" presStyleCnt="0"/>
      <dgm:spPr/>
    </dgm:pt>
    <dgm:pt modelId="{1D41513C-2C99-4A55-9A6E-50E561726ADF}" type="pres">
      <dgm:prSet presAssocID="{31866576-1292-4F4D-BA95-B41ADB247980}" presName="parTx" presStyleLbl="revTx" presStyleIdx="3" presStyleCnt="7">
        <dgm:presLayoutVars>
          <dgm:chMax val="0"/>
          <dgm:chPref val="0"/>
        </dgm:presLayoutVars>
      </dgm:prSet>
      <dgm:spPr/>
    </dgm:pt>
    <dgm:pt modelId="{950C1738-8E0D-491F-AB5C-4C707910D0AE}" type="pres">
      <dgm:prSet presAssocID="{582DD0DA-4A14-4E4C-87E6-0BE5B0FD8F86}" presName="sibTrans" presStyleCnt="0"/>
      <dgm:spPr/>
    </dgm:pt>
    <dgm:pt modelId="{A7B67711-0116-4074-8295-42F18224C20B}" type="pres">
      <dgm:prSet presAssocID="{A336CC88-AF59-4902-B34D-A8B7BF821AD9}" presName="compNode" presStyleCnt="0"/>
      <dgm:spPr/>
    </dgm:pt>
    <dgm:pt modelId="{B13E8567-A188-44A6-8078-1310D326C51A}" type="pres">
      <dgm:prSet presAssocID="{A336CC88-AF59-4902-B34D-A8B7BF821AD9}" presName="bgRect" presStyleLbl="bgShp" presStyleIdx="4" presStyleCnt="7"/>
      <dgm:spPr/>
    </dgm:pt>
    <dgm:pt modelId="{21C7C96A-EE7A-4653-ABFA-FC76B17D1EB3}" type="pres">
      <dgm:prSet presAssocID="{A336CC88-AF59-4902-B34D-A8B7BF821AD9}" presName="iconRect" presStyleLbl="node1" presStyleIdx="4"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Run"/>
        </a:ext>
      </dgm:extLst>
    </dgm:pt>
    <dgm:pt modelId="{B7503C07-DB13-48AB-A2CF-0B29BA2EC0D2}" type="pres">
      <dgm:prSet presAssocID="{A336CC88-AF59-4902-B34D-A8B7BF821AD9}" presName="spaceRect" presStyleCnt="0"/>
      <dgm:spPr/>
    </dgm:pt>
    <dgm:pt modelId="{E504D0C4-C10C-4EFD-9E60-E245190B5EFD}" type="pres">
      <dgm:prSet presAssocID="{A336CC88-AF59-4902-B34D-A8B7BF821AD9}" presName="parTx" presStyleLbl="revTx" presStyleIdx="4" presStyleCnt="7">
        <dgm:presLayoutVars>
          <dgm:chMax val="0"/>
          <dgm:chPref val="0"/>
        </dgm:presLayoutVars>
      </dgm:prSet>
      <dgm:spPr/>
    </dgm:pt>
    <dgm:pt modelId="{2CD75570-5640-4E81-BB09-915ED7B913B5}" type="pres">
      <dgm:prSet presAssocID="{1D449510-19F5-4579-81B0-AB02212D5A81}" presName="sibTrans" presStyleCnt="0"/>
      <dgm:spPr/>
    </dgm:pt>
    <dgm:pt modelId="{79787C54-0E60-4957-903E-F398C88ED810}" type="pres">
      <dgm:prSet presAssocID="{BA52F9BD-E083-4D5E-A075-55FD5E3F3C30}" presName="compNode" presStyleCnt="0"/>
      <dgm:spPr/>
    </dgm:pt>
    <dgm:pt modelId="{2195C46D-C861-4BB5-BC7C-7D1D3182D36A}" type="pres">
      <dgm:prSet presAssocID="{BA52F9BD-E083-4D5E-A075-55FD5E3F3C30}" presName="bgRect" presStyleLbl="bgShp" presStyleIdx="5" presStyleCnt="7"/>
      <dgm:spPr/>
    </dgm:pt>
    <dgm:pt modelId="{552C4A0C-6644-4446-8B58-00E9240C49D6}" type="pres">
      <dgm:prSet presAssocID="{BA52F9BD-E083-4D5E-A075-55FD5E3F3C30}" presName="iconRect" presStyleLbl="node1" presStyleIdx="5"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loud Computing"/>
        </a:ext>
      </dgm:extLst>
    </dgm:pt>
    <dgm:pt modelId="{0762B4B1-1382-4DA8-BE8A-31DA6D178889}" type="pres">
      <dgm:prSet presAssocID="{BA52F9BD-E083-4D5E-A075-55FD5E3F3C30}" presName="spaceRect" presStyleCnt="0"/>
      <dgm:spPr/>
    </dgm:pt>
    <dgm:pt modelId="{DA565C3F-3598-42A1-A467-B2FDD79AE0E2}" type="pres">
      <dgm:prSet presAssocID="{BA52F9BD-E083-4D5E-A075-55FD5E3F3C30}" presName="parTx" presStyleLbl="revTx" presStyleIdx="5" presStyleCnt="7">
        <dgm:presLayoutVars>
          <dgm:chMax val="0"/>
          <dgm:chPref val="0"/>
        </dgm:presLayoutVars>
      </dgm:prSet>
      <dgm:spPr/>
    </dgm:pt>
    <dgm:pt modelId="{AC0BEE55-8999-4C02-8090-1244D41EA32F}" type="pres">
      <dgm:prSet presAssocID="{3BF2D555-3F1F-4B07-8F75-870679E62680}" presName="sibTrans" presStyleCnt="0"/>
      <dgm:spPr/>
    </dgm:pt>
    <dgm:pt modelId="{ACFE91CD-06B9-4CCB-AF1C-1C95B4A2EEC1}" type="pres">
      <dgm:prSet presAssocID="{76D227E8-D21E-422F-8149-E4C6D3A5B1FF}" presName="compNode" presStyleCnt="0"/>
      <dgm:spPr/>
    </dgm:pt>
    <dgm:pt modelId="{C6A18FED-FB95-43A1-ACFF-4C62231C7BFD}" type="pres">
      <dgm:prSet presAssocID="{76D227E8-D21E-422F-8149-E4C6D3A5B1FF}" presName="bgRect" presStyleLbl="bgShp" presStyleIdx="6" presStyleCnt="7"/>
      <dgm:spPr/>
    </dgm:pt>
    <dgm:pt modelId="{9E9B121F-33B4-4143-B195-27AC606B37AB}" type="pres">
      <dgm:prSet presAssocID="{76D227E8-D21E-422F-8149-E4C6D3A5B1FF}" presName="iconRect" presStyleLbl="node1" presStyleIdx="6"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Hourglass"/>
        </a:ext>
      </dgm:extLst>
    </dgm:pt>
    <dgm:pt modelId="{C4C71E9A-84FD-43F3-8E0C-9DACDA889F49}" type="pres">
      <dgm:prSet presAssocID="{76D227E8-D21E-422F-8149-E4C6D3A5B1FF}" presName="spaceRect" presStyleCnt="0"/>
      <dgm:spPr/>
    </dgm:pt>
    <dgm:pt modelId="{300057D2-0653-4475-8FCB-A96F13C3282D}" type="pres">
      <dgm:prSet presAssocID="{76D227E8-D21E-422F-8149-E4C6D3A5B1FF}" presName="parTx" presStyleLbl="revTx" presStyleIdx="6" presStyleCnt="7">
        <dgm:presLayoutVars>
          <dgm:chMax val="0"/>
          <dgm:chPref val="0"/>
        </dgm:presLayoutVars>
      </dgm:prSet>
      <dgm:spPr/>
    </dgm:pt>
  </dgm:ptLst>
  <dgm:cxnLst>
    <dgm:cxn modelId="{D61EB812-6CCE-4173-B6CE-570D56E1545D}" srcId="{7B5827C6-963B-4B92-8C30-60E9171C8705}" destId="{4BA94F66-F47B-43B6-AAC5-664327452243}" srcOrd="0" destOrd="0" parTransId="{704F4E64-4219-48AE-A1FE-67F291395B82}" sibTransId="{984118C9-5D03-4B62-A494-359517C34347}"/>
    <dgm:cxn modelId="{E595E212-C8E8-435C-A505-E52C6A76B579}" type="presOf" srcId="{31866576-1292-4F4D-BA95-B41ADB247980}" destId="{1D41513C-2C99-4A55-9A6E-50E561726ADF}" srcOrd="0" destOrd="0" presId="urn:microsoft.com/office/officeart/2018/2/layout/IconVerticalSolidList"/>
    <dgm:cxn modelId="{4FFB9D1C-A9AF-4FE6-96A3-9E75DB564237}" srcId="{7B5827C6-963B-4B92-8C30-60E9171C8705}" destId="{7BD56E8B-C94F-4E84-AAFF-0ACCC707219F}" srcOrd="2" destOrd="0" parTransId="{263CB3A7-53A1-4B04-BBB4-98B38E9F88E8}" sibTransId="{39090137-9A7C-4EBA-856D-03253A1F5809}"/>
    <dgm:cxn modelId="{41B44630-F79A-4B65-97F1-A6861D64D4A9}" srcId="{7B5827C6-963B-4B92-8C30-60E9171C8705}" destId="{248E6793-ACBA-4130-9A0F-556F60DB82B1}" srcOrd="1" destOrd="0" parTransId="{7983EE6A-A993-43AC-946A-1B54B034FC76}" sibTransId="{5C6182BF-1A13-47E4-8AD2-42DD9E09A102}"/>
    <dgm:cxn modelId="{A8D63A32-E777-471E-B861-599C4E3B9ECC}" srcId="{7B5827C6-963B-4B92-8C30-60E9171C8705}" destId="{31866576-1292-4F4D-BA95-B41ADB247980}" srcOrd="3" destOrd="0" parTransId="{2E791D51-94AD-41B1-A0D4-EF20C7BBB726}" sibTransId="{582DD0DA-4A14-4E4C-87E6-0BE5B0FD8F86}"/>
    <dgm:cxn modelId="{C879A43D-0489-41D1-8179-4E8961430DEC}" type="presOf" srcId="{7BD56E8B-C94F-4E84-AAFF-0ACCC707219F}" destId="{159C82CA-F28B-4295-9C6C-65E370E1AD01}" srcOrd="0" destOrd="0" presId="urn:microsoft.com/office/officeart/2018/2/layout/IconVerticalSolidList"/>
    <dgm:cxn modelId="{723DA864-32F8-46E3-8E15-4BC51EDAE061}" type="presOf" srcId="{A336CC88-AF59-4902-B34D-A8B7BF821AD9}" destId="{E504D0C4-C10C-4EFD-9E60-E245190B5EFD}" srcOrd="0" destOrd="0" presId="urn:microsoft.com/office/officeart/2018/2/layout/IconVerticalSolidList"/>
    <dgm:cxn modelId="{8CE5286F-23D8-42BB-9528-940711240417}" type="presOf" srcId="{4BA94F66-F47B-43B6-AAC5-664327452243}" destId="{FAEFE357-1827-4E4A-87CC-3E258B5C370B}" srcOrd="0" destOrd="0" presId="urn:microsoft.com/office/officeart/2018/2/layout/IconVerticalSolidList"/>
    <dgm:cxn modelId="{BB6DA482-AB34-4F8F-BFF6-68FE8E719F92}" srcId="{7B5827C6-963B-4B92-8C30-60E9171C8705}" destId="{A336CC88-AF59-4902-B34D-A8B7BF821AD9}" srcOrd="4" destOrd="0" parTransId="{8BA74736-BA68-4EC7-9B10-D1B85C32302A}" sibTransId="{1D449510-19F5-4579-81B0-AB02212D5A81}"/>
    <dgm:cxn modelId="{EE5E83A4-228F-473F-BDA6-382872510690}" type="presOf" srcId="{7B5827C6-963B-4B92-8C30-60E9171C8705}" destId="{4D9571E2-D959-4D0C-9468-F756B1BFA2DF}" srcOrd="0" destOrd="0" presId="urn:microsoft.com/office/officeart/2018/2/layout/IconVerticalSolidList"/>
    <dgm:cxn modelId="{00B7FFA9-F3E6-4E4E-8313-D6D27647A61E}" srcId="{7B5827C6-963B-4B92-8C30-60E9171C8705}" destId="{BA52F9BD-E083-4D5E-A075-55FD5E3F3C30}" srcOrd="5" destOrd="0" parTransId="{09C3DBDF-44A1-40B5-9304-310536D0B07A}" sibTransId="{3BF2D555-3F1F-4B07-8F75-870679E62680}"/>
    <dgm:cxn modelId="{80ADFFC8-7462-4004-8BBF-F5356DE9E141}" srcId="{7B5827C6-963B-4B92-8C30-60E9171C8705}" destId="{76D227E8-D21E-422F-8149-E4C6D3A5B1FF}" srcOrd="6" destOrd="0" parTransId="{004159F5-E061-4F3F-A311-94B773BFD1FA}" sibTransId="{9EAC2FF2-F321-47FA-AE12-50FC285F6D7A}"/>
    <dgm:cxn modelId="{7F9742D6-3806-4C53-8170-FE90EB43DDA0}" type="presOf" srcId="{BA52F9BD-E083-4D5E-A075-55FD5E3F3C30}" destId="{DA565C3F-3598-42A1-A467-B2FDD79AE0E2}" srcOrd="0" destOrd="0" presId="urn:microsoft.com/office/officeart/2018/2/layout/IconVerticalSolidList"/>
    <dgm:cxn modelId="{6B32C9EB-1F66-47AE-8CDC-24ECB21CD709}" type="presOf" srcId="{76D227E8-D21E-422F-8149-E4C6D3A5B1FF}" destId="{300057D2-0653-4475-8FCB-A96F13C3282D}" srcOrd="0" destOrd="0" presId="urn:microsoft.com/office/officeart/2018/2/layout/IconVerticalSolidList"/>
    <dgm:cxn modelId="{AFF509EF-E791-49BB-84E0-1085EDCCD3ED}" type="presOf" srcId="{248E6793-ACBA-4130-9A0F-556F60DB82B1}" destId="{985D2494-2B1E-495E-A95B-31356298C231}" srcOrd="0" destOrd="0" presId="urn:microsoft.com/office/officeart/2018/2/layout/IconVerticalSolidList"/>
    <dgm:cxn modelId="{11EAE365-C833-42F6-8958-3630CA566E4E}" type="presParOf" srcId="{4D9571E2-D959-4D0C-9468-F756B1BFA2DF}" destId="{C3455E5A-5BB9-49CE-92CF-36FF9E392D57}" srcOrd="0" destOrd="0" presId="urn:microsoft.com/office/officeart/2018/2/layout/IconVerticalSolidList"/>
    <dgm:cxn modelId="{AC057015-F637-4C68-8B85-8E73AD232387}" type="presParOf" srcId="{C3455E5A-5BB9-49CE-92CF-36FF9E392D57}" destId="{D07D1256-7C77-455B-88B3-06ADDCA26FDE}" srcOrd="0" destOrd="0" presId="urn:microsoft.com/office/officeart/2018/2/layout/IconVerticalSolidList"/>
    <dgm:cxn modelId="{07701056-8FE3-40C1-8A46-693C5281E857}" type="presParOf" srcId="{C3455E5A-5BB9-49CE-92CF-36FF9E392D57}" destId="{A8BAFC3E-E57D-4F8E-9F7B-F74C2A87966E}" srcOrd="1" destOrd="0" presId="urn:microsoft.com/office/officeart/2018/2/layout/IconVerticalSolidList"/>
    <dgm:cxn modelId="{4C587CE2-A79B-4024-AD44-92BEB02361CA}" type="presParOf" srcId="{C3455E5A-5BB9-49CE-92CF-36FF9E392D57}" destId="{A779C3D7-556E-4815-A524-D18A5E619A5F}" srcOrd="2" destOrd="0" presId="urn:microsoft.com/office/officeart/2018/2/layout/IconVerticalSolidList"/>
    <dgm:cxn modelId="{99FEE28C-B095-4566-9A7D-348E43D77267}" type="presParOf" srcId="{C3455E5A-5BB9-49CE-92CF-36FF9E392D57}" destId="{FAEFE357-1827-4E4A-87CC-3E258B5C370B}" srcOrd="3" destOrd="0" presId="urn:microsoft.com/office/officeart/2018/2/layout/IconVerticalSolidList"/>
    <dgm:cxn modelId="{2BFB25F1-75D7-4357-AF07-B1954C66E233}" type="presParOf" srcId="{4D9571E2-D959-4D0C-9468-F756B1BFA2DF}" destId="{BBD5F7A8-F55E-461B-9010-6C370CA5656A}" srcOrd="1" destOrd="0" presId="urn:microsoft.com/office/officeart/2018/2/layout/IconVerticalSolidList"/>
    <dgm:cxn modelId="{9DA0129D-CA20-42E9-8A22-40B5E20AC319}" type="presParOf" srcId="{4D9571E2-D959-4D0C-9468-F756B1BFA2DF}" destId="{C74BD54E-82A0-4C2C-9E1D-56CE955F53E9}" srcOrd="2" destOrd="0" presId="urn:microsoft.com/office/officeart/2018/2/layout/IconVerticalSolidList"/>
    <dgm:cxn modelId="{5A8B7C33-B187-449E-868D-EF16D70A3E38}" type="presParOf" srcId="{C74BD54E-82A0-4C2C-9E1D-56CE955F53E9}" destId="{ED85E20B-C6B5-4D83-B799-8BF8F66FFCC4}" srcOrd="0" destOrd="0" presId="urn:microsoft.com/office/officeart/2018/2/layout/IconVerticalSolidList"/>
    <dgm:cxn modelId="{A1FAE2BA-FB54-4E37-A6F1-C0CC06784072}" type="presParOf" srcId="{C74BD54E-82A0-4C2C-9E1D-56CE955F53E9}" destId="{B3F12FFD-E61D-43B5-A4B2-9CCB5E0ABE93}" srcOrd="1" destOrd="0" presId="urn:microsoft.com/office/officeart/2018/2/layout/IconVerticalSolidList"/>
    <dgm:cxn modelId="{C3C532E6-3CEC-45F0-B9BB-D0F29044899F}" type="presParOf" srcId="{C74BD54E-82A0-4C2C-9E1D-56CE955F53E9}" destId="{077E223D-1007-4741-B00B-EBB4416B8587}" srcOrd="2" destOrd="0" presId="urn:microsoft.com/office/officeart/2018/2/layout/IconVerticalSolidList"/>
    <dgm:cxn modelId="{33C795AD-DD6A-4BA9-B7A9-3718D94D4EB9}" type="presParOf" srcId="{C74BD54E-82A0-4C2C-9E1D-56CE955F53E9}" destId="{985D2494-2B1E-495E-A95B-31356298C231}" srcOrd="3" destOrd="0" presId="urn:microsoft.com/office/officeart/2018/2/layout/IconVerticalSolidList"/>
    <dgm:cxn modelId="{8DD6A527-2442-43C0-8393-5FF7DC1AD8CB}" type="presParOf" srcId="{4D9571E2-D959-4D0C-9468-F756B1BFA2DF}" destId="{1015C4C1-C4C5-4640-8D10-2A6B599D8885}" srcOrd="3" destOrd="0" presId="urn:microsoft.com/office/officeart/2018/2/layout/IconVerticalSolidList"/>
    <dgm:cxn modelId="{CA452203-14BE-4697-9BE0-A074CE5456AB}" type="presParOf" srcId="{4D9571E2-D959-4D0C-9468-F756B1BFA2DF}" destId="{701FC167-0BD3-4C77-8532-63327A309402}" srcOrd="4" destOrd="0" presId="urn:microsoft.com/office/officeart/2018/2/layout/IconVerticalSolidList"/>
    <dgm:cxn modelId="{CFAD19F5-A17B-4F7A-9046-AC0975E0B00A}" type="presParOf" srcId="{701FC167-0BD3-4C77-8532-63327A309402}" destId="{0FA15E2D-F2EE-442D-887C-5328C26992C9}" srcOrd="0" destOrd="0" presId="urn:microsoft.com/office/officeart/2018/2/layout/IconVerticalSolidList"/>
    <dgm:cxn modelId="{2362E247-F288-4EA9-AE97-80D24722A852}" type="presParOf" srcId="{701FC167-0BD3-4C77-8532-63327A309402}" destId="{508A902C-2A84-4C30-8C1A-80935474D536}" srcOrd="1" destOrd="0" presId="urn:microsoft.com/office/officeart/2018/2/layout/IconVerticalSolidList"/>
    <dgm:cxn modelId="{432B973D-5EB2-4434-8833-BF1A7F96FB65}" type="presParOf" srcId="{701FC167-0BD3-4C77-8532-63327A309402}" destId="{F5A8E10F-2079-425B-A154-086D297EA2B1}" srcOrd="2" destOrd="0" presId="urn:microsoft.com/office/officeart/2018/2/layout/IconVerticalSolidList"/>
    <dgm:cxn modelId="{7EE7BDA6-EB75-4D73-AB8F-1B3482DE8D06}" type="presParOf" srcId="{701FC167-0BD3-4C77-8532-63327A309402}" destId="{159C82CA-F28B-4295-9C6C-65E370E1AD01}" srcOrd="3" destOrd="0" presId="urn:microsoft.com/office/officeart/2018/2/layout/IconVerticalSolidList"/>
    <dgm:cxn modelId="{4F2F5CE3-EB49-4DAF-A7DD-B846341C5D29}" type="presParOf" srcId="{4D9571E2-D959-4D0C-9468-F756B1BFA2DF}" destId="{45731CE0-3B7A-4F5F-AC4A-5BB82EC12456}" srcOrd="5" destOrd="0" presId="urn:microsoft.com/office/officeart/2018/2/layout/IconVerticalSolidList"/>
    <dgm:cxn modelId="{73A02CF5-D46F-47A5-94AE-F9910A8C171A}" type="presParOf" srcId="{4D9571E2-D959-4D0C-9468-F756B1BFA2DF}" destId="{3D9DF9BB-C410-4AD8-9DC9-113BD4E130FC}" srcOrd="6" destOrd="0" presId="urn:microsoft.com/office/officeart/2018/2/layout/IconVerticalSolidList"/>
    <dgm:cxn modelId="{56CDC829-F6EC-4ACF-B6FB-7173C4807338}" type="presParOf" srcId="{3D9DF9BB-C410-4AD8-9DC9-113BD4E130FC}" destId="{ECE68F3A-4803-4C56-AB4A-8165BFFA4348}" srcOrd="0" destOrd="0" presId="urn:microsoft.com/office/officeart/2018/2/layout/IconVerticalSolidList"/>
    <dgm:cxn modelId="{AA03AB05-A105-48E0-B08B-C12F5722B01C}" type="presParOf" srcId="{3D9DF9BB-C410-4AD8-9DC9-113BD4E130FC}" destId="{6374D405-5A43-401F-8F10-7B2E97C78590}" srcOrd="1" destOrd="0" presId="urn:microsoft.com/office/officeart/2018/2/layout/IconVerticalSolidList"/>
    <dgm:cxn modelId="{472BD0F5-1D81-4A7E-98F4-03E49FA0B31F}" type="presParOf" srcId="{3D9DF9BB-C410-4AD8-9DC9-113BD4E130FC}" destId="{1BF0C3CD-1095-43C7-85AD-55B8956B5674}" srcOrd="2" destOrd="0" presId="urn:microsoft.com/office/officeart/2018/2/layout/IconVerticalSolidList"/>
    <dgm:cxn modelId="{10841C11-9C03-4034-B709-D2FC2CECD417}" type="presParOf" srcId="{3D9DF9BB-C410-4AD8-9DC9-113BD4E130FC}" destId="{1D41513C-2C99-4A55-9A6E-50E561726ADF}" srcOrd="3" destOrd="0" presId="urn:microsoft.com/office/officeart/2018/2/layout/IconVerticalSolidList"/>
    <dgm:cxn modelId="{285519CF-4582-4CFB-9B6D-C475A2090569}" type="presParOf" srcId="{4D9571E2-D959-4D0C-9468-F756B1BFA2DF}" destId="{950C1738-8E0D-491F-AB5C-4C707910D0AE}" srcOrd="7" destOrd="0" presId="urn:microsoft.com/office/officeart/2018/2/layout/IconVerticalSolidList"/>
    <dgm:cxn modelId="{4F0E8AEC-CA26-46C0-8A62-AC73492AC726}" type="presParOf" srcId="{4D9571E2-D959-4D0C-9468-F756B1BFA2DF}" destId="{A7B67711-0116-4074-8295-42F18224C20B}" srcOrd="8" destOrd="0" presId="urn:microsoft.com/office/officeart/2018/2/layout/IconVerticalSolidList"/>
    <dgm:cxn modelId="{EB38C6E1-C6A1-43E8-877C-3B5779007025}" type="presParOf" srcId="{A7B67711-0116-4074-8295-42F18224C20B}" destId="{B13E8567-A188-44A6-8078-1310D326C51A}" srcOrd="0" destOrd="0" presId="urn:microsoft.com/office/officeart/2018/2/layout/IconVerticalSolidList"/>
    <dgm:cxn modelId="{0584C8B8-D549-40CA-8A92-5BF4CC188B22}" type="presParOf" srcId="{A7B67711-0116-4074-8295-42F18224C20B}" destId="{21C7C96A-EE7A-4653-ABFA-FC76B17D1EB3}" srcOrd="1" destOrd="0" presId="urn:microsoft.com/office/officeart/2018/2/layout/IconVerticalSolidList"/>
    <dgm:cxn modelId="{4CD371C9-CD99-4996-BCEC-A532D34E85EB}" type="presParOf" srcId="{A7B67711-0116-4074-8295-42F18224C20B}" destId="{B7503C07-DB13-48AB-A2CF-0B29BA2EC0D2}" srcOrd="2" destOrd="0" presId="urn:microsoft.com/office/officeart/2018/2/layout/IconVerticalSolidList"/>
    <dgm:cxn modelId="{95D310CF-9CB5-413A-B036-880CD9FC92A0}" type="presParOf" srcId="{A7B67711-0116-4074-8295-42F18224C20B}" destId="{E504D0C4-C10C-4EFD-9E60-E245190B5EFD}" srcOrd="3" destOrd="0" presId="urn:microsoft.com/office/officeart/2018/2/layout/IconVerticalSolidList"/>
    <dgm:cxn modelId="{AD601589-E569-4D4D-BBA4-0587A9946FBD}" type="presParOf" srcId="{4D9571E2-D959-4D0C-9468-F756B1BFA2DF}" destId="{2CD75570-5640-4E81-BB09-915ED7B913B5}" srcOrd="9" destOrd="0" presId="urn:microsoft.com/office/officeart/2018/2/layout/IconVerticalSolidList"/>
    <dgm:cxn modelId="{F2E38117-40EE-4A7E-BB48-85141B283094}" type="presParOf" srcId="{4D9571E2-D959-4D0C-9468-F756B1BFA2DF}" destId="{79787C54-0E60-4957-903E-F398C88ED810}" srcOrd="10" destOrd="0" presId="urn:microsoft.com/office/officeart/2018/2/layout/IconVerticalSolidList"/>
    <dgm:cxn modelId="{6CC1178C-AA4F-4C9F-AB55-A6ABFE25CDD3}" type="presParOf" srcId="{79787C54-0E60-4957-903E-F398C88ED810}" destId="{2195C46D-C861-4BB5-BC7C-7D1D3182D36A}" srcOrd="0" destOrd="0" presId="urn:microsoft.com/office/officeart/2018/2/layout/IconVerticalSolidList"/>
    <dgm:cxn modelId="{28C58BF8-0FDF-49DA-8ACC-A59FC68D26CF}" type="presParOf" srcId="{79787C54-0E60-4957-903E-F398C88ED810}" destId="{552C4A0C-6644-4446-8B58-00E9240C49D6}" srcOrd="1" destOrd="0" presId="urn:microsoft.com/office/officeart/2018/2/layout/IconVerticalSolidList"/>
    <dgm:cxn modelId="{095B3915-4BB4-425D-BF25-C1A0D8B9D91D}" type="presParOf" srcId="{79787C54-0E60-4957-903E-F398C88ED810}" destId="{0762B4B1-1382-4DA8-BE8A-31DA6D178889}" srcOrd="2" destOrd="0" presId="urn:microsoft.com/office/officeart/2018/2/layout/IconVerticalSolidList"/>
    <dgm:cxn modelId="{82AD8C59-9FB3-4B80-ABEE-D23CB139F39D}" type="presParOf" srcId="{79787C54-0E60-4957-903E-F398C88ED810}" destId="{DA565C3F-3598-42A1-A467-B2FDD79AE0E2}" srcOrd="3" destOrd="0" presId="urn:microsoft.com/office/officeart/2018/2/layout/IconVerticalSolidList"/>
    <dgm:cxn modelId="{2C8D7FEA-1DC0-4EBD-A4E4-A72B9A126B97}" type="presParOf" srcId="{4D9571E2-D959-4D0C-9468-F756B1BFA2DF}" destId="{AC0BEE55-8999-4C02-8090-1244D41EA32F}" srcOrd="11" destOrd="0" presId="urn:microsoft.com/office/officeart/2018/2/layout/IconVerticalSolidList"/>
    <dgm:cxn modelId="{BB523995-0B3F-47C0-89FB-BB4BA3B0BC73}" type="presParOf" srcId="{4D9571E2-D959-4D0C-9468-F756B1BFA2DF}" destId="{ACFE91CD-06B9-4CCB-AF1C-1C95B4A2EEC1}" srcOrd="12" destOrd="0" presId="urn:microsoft.com/office/officeart/2018/2/layout/IconVerticalSolidList"/>
    <dgm:cxn modelId="{3318F02A-268C-4707-BD20-B68E5020FDB7}" type="presParOf" srcId="{ACFE91CD-06B9-4CCB-AF1C-1C95B4A2EEC1}" destId="{C6A18FED-FB95-43A1-ACFF-4C62231C7BFD}" srcOrd="0" destOrd="0" presId="urn:microsoft.com/office/officeart/2018/2/layout/IconVerticalSolidList"/>
    <dgm:cxn modelId="{6A35457F-52D1-4695-8BBB-51CC965C6F6A}" type="presParOf" srcId="{ACFE91CD-06B9-4CCB-AF1C-1C95B4A2EEC1}" destId="{9E9B121F-33B4-4143-B195-27AC606B37AB}" srcOrd="1" destOrd="0" presId="urn:microsoft.com/office/officeart/2018/2/layout/IconVerticalSolidList"/>
    <dgm:cxn modelId="{61DB61ED-9AD4-4167-B21B-596FD48F2DEB}" type="presParOf" srcId="{ACFE91CD-06B9-4CCB-AF1C-1C95B4A2EEC1}" destId="{C4C71E9A-84FD-43F3-8E0C-9DACDA889F49}" srcOrd="2" destOrd="0" presId="urn:microsoft.com/office/officeart/2018/2/layout/IconVerticalSolidList"/>
    <dgm:cxn modelId="{16BDCC63-5DA9-48D8-A88C-E0E9664893D8}" type="presParOf" srcId="{ACFE91CD-06B9-4CCB-AF1C-1C95B4A2EEC1}" destId="{300057D2-0653-4475-8FCB-A96F13C3282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03BE0F-2C98-4C91-8EB4-99F76C126FA2}">
      <dsp:nvSpPr>
        <dsp:cNvPr id="0" name=""/>
        <dsp:cNvSpPr/>
      </dsp:nvSpPr>
      <dsp:spPr>
        <a:xfrm>
          <a:off x="0" y="1136203"/>
          <a:ext cx="12192000" cy="9738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4E3ADCE-2752-415C-A6D0-67D61B7C15EF}">
      <dsp:nvSpPr>
        <dsp:cNvPr id="0" name=""/>
        <dsp:cNvSpPr/>
      </dsp:nvSpPr>
      <dsp:spPr>
        <a:xfrm>
          <a:off x="294601" y="1355328"/>
          <a:ext cx="535638" cy="5356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CB97AA-1D2F-45DF-99E8-473B2FCADEA0}">
      <dsp:nvSpPr>
        <dsp:cNvPr id="0" name=""/>
        <dsp:cNvSpPr/>
      </dsp:nvSpPr>
      <dsp:spPr>
        <a:xfrm>
          <a:off x="1124841" y="1136203"/>
          <a:ext cx="11067158" cy="9738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070" tIns="103070" rIns="103070" bIns="103070" numCol="1" spcCol="1270" anchor="ctr" anchorCtr="0">
          <a:noAutofit/>
        </a:bodyPr>
        <a:lstStyle/>
        <a:p>
          <a:pPr marL="0" lvl="0" indent="0" algn="l" defTabSz="1111250">
            <a:lnSpc>
              <a:spcPct val="100000"/>
            </a:lnSpc>
            <a:spcBef>
              <a:spcPct val="0"/>
            </a:spcBef>
            <a:spcAft>
              <a:spcPct val="35000"/>
            </a:spcAft>
            <a:buNone/>
          </a:pPr>
          <a:r>
            <a:rPr lang="en-US" sz="2500" kern="1200" dirty="0" err="1"/>
            <a:t>Landshield</a:t>
          </a:r>
          <a:r>
            <a:rPr lang="en-US" sz="2500" kern="1200" dirty="0"/>
            <a:t> : An AI-powered due diligence for Indian land documents</a:t>
          </a:r>
        </a:p>
      </dsp:txBody>
      <dsp:txXfrm>
        <a:off x="1124841" y="1136203"/>
        <a:ext cx="11067158" cy="97388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33244D-8F2F-4C64-B796-441C899881DE}">
      <dsp:nvSpPr>
        <dsp:cNvPr id="0" name=""/>
        <dsp:cNvSpPr/>
      </dsp:nvSpPr>
      <dsp:spPr>
        <a:xfrm>
          <a:off x="2266891" y="1324688"/>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9215" y="1367801"/>
        <a:ext cx="26065" cy="5213"/>
      </dsp:txXfrm>
    </dsp:sp>
    <dsp:sp modelId="{98060DFC-370A-47E8-9130-580071E43C14}">
      <dsp:nvSpPr>
        <dsp:cNvPr id="0" name=""/>
        <dsp:cNvSpPr/>
      </dsp:nvSpPr>
      <dsp:spPr>
        <a:xfrm>
          <a:off x="2115" y="690435"/>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User logs in, picks the state and land type, and uploads the document bundle</a:t>
          </a:r>
        </a:p>
      </dsp:txBody>
      <dsp:txXfrm>
        <a:off x="2115" y="690435"/>
        <a:ext cx="2266575" cy="1359945"/>
      </dsp:txXfrm>
    </dsp:sp>
    <dsp:sp modelId="{BE4E86B3-FCB6-42A0-95E6-3BE25CDF8DF8}">
      <dsp:nvSpPr>
        <dsp:cNvPr id="0" name=""/>
        <dsp:cNvSpPr/>
      </dsp:nvSpPr>
      <dsp:spPr>
        <a:xfrm>
          <a:off x="5054779" y="1324688"/>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87103" y="1367801"/>
        <a:ext cx="26065" cy="5213"/>
      </dsp:txXfrm>
    </dsp:sp>
    <dsp:sp modelId="{528B465B-7E2C-474A-B48B-90ADBCEB4B04}">
      <dsp:nvSpPr>
        <dsp:cNvPr id="0" name=""/>
        <dsp:cNvSpPr/>
      </dsp:nvSpPr>
      <dsp:spPr>
        <a:xfrm>
          <a:off x="2790004" y="690435"/>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Files are saved to Cloud Storage and a new analysis record is created in Firestore</a:t>
          </a:r>
        </a:p>
      </dsp:txBody>
      <dsp:txXfrm>
        <a:off x="2790004" y="690435"/>
        <a:ext cx="2266575" cy="1359945"/>
      </dsp:txXfrm>
    </dsp:sp>
    <dsp:sp modelId="{FB7C3BD6-DA84-4D7D-8E25-EB52D75BAE8B}">
      <dsp:nvSpPr>
        <dsp:cNvPr id="0" name=""/>
        <dsp:cNvSpPr/>
      </dsp:nvSpPr>
      <dsp:spPr>
        <a:xfrm>
          <a:off x="7842667" y="1324688"/>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074991" y="1367801"/>
        <a:ext cx="26065" cy="5213"/>
      </dsp:txXfrm>
    </dsp:sp>
    <dsp:sp modelId="{6B6DD997-5773-4557-9D6A-FF45A9AB5244}">
      <dsp:nvSpPr>
        <dsp:cNvPr id="0" name=""/>
        <dsp:cNvSpPr/>
      </dsp:nvSpPr>
      <dsp:spPr>
        <a:xfrm>
          <a:off x="5577892" y="690435"/>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Parser Agent reads each PDF and extracts the key facts</a:t>
          </a:r>
        </a:p>
      </dsp:txBody>
      <dsp:txXfrm>
        <a:off x="5577892" y="690435"/>
        <a:ext cx="2266575" cy="1359945"/>
      </dsp:txXfrm>
    </dsp:sp>
    <dsp:sp modelId="{AC539DD6-5F8B-4687-9307-752E7378CFA2}">
      <dsp:nvSpPr>
        <dsp:cNvPr id="0" name=""/>
        <dsp:cNvSpPr/>
      </dsp:nvSpPr>
      <dsp:spPr>
        <a:xfrm>
          <a:off x="1135403" y="2048580"/>
          <a:ext cx="8363664" cy="490712"/>
        </a:xfrm>
        <a:custGeom>
          <a:avLst/>
          <a:gdLst/>
          <a:ahLst/>
          <a:cxnLst/>
          <a:rect l="0" t="0" r="0" b="0"/>
          <a:pathLst>
            <a:path>
              <a:moveTo>
                <a:pt x="8363664" y="0"/>
              </a:moveTo>
              <a:lnTo>
                <a:pt x="8363664" y="262456"/>
              </a:lnTo>
              <a:lnTo>
                <a:pt x="0" y="262456"/>
              </a:lnTo>
              <a:lnTo>
                <a:pt x="0" y="490712"/>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107738" y="2291330"/>
        <a:ext cx="418994" cy="5213"/>
      </dsp:txXfrm>
    </dsp:sp>
    <dsp:sp modelId="{59BD35F5-C7D4-4EFF-85A0-EFDB7C78E6D5}">
      <dsp:nvSpPr>
        <dsp:cNvPr id="0" name=""/>
        <dsp:cNvSpPr/>
      </dsp:nvSpPr>
      <dsp:spPr>
        <a:xfrm>
          <a:off x="8365780" y="690435"/>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Legal Agent and Fraud Agent run at the same time on those facts</a:t>
          </a:r>
        </a:p>
      </dsp:txBody>
      <dsp:txXfrm>
        <a:off x="8365780" y="690435"/>
        <a:ext cx="2266575" cy="1359945"/>
      </dsp:txXfrm>
    </dsp:sp>
    <dsp:sp modelId="{CF46E458-7059-4C68-A07F-F7F15D70BED6}">
      <dsp:nvSpPr>
        <dsp:cNvPr id="0" name=""/>
        <dsp:cNvSpPr/>
      </dsp:nvSpPr>
      <dsp:spPr>
        <a:xfrm>
          <a:off x="2266891" y="3205945"/>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9215" y="3249059"/>
        <a:ext cx="26065" cy="5213"/>
      </dsp:txXfrm>
    </dsp:sp>
    <dsp:sp modelId="{A5EC375E-656E-4C20-B4EE-4E16E11990D3}">
      <dsp:nvSpPr>
        <dsp:cNvPr id="0" name=""/>
        <dsp:cNvSpPr/>
      </dsp:nvSpPr>
      <dsp:spPr>
        <a:xfrm>
          <a:off x="2115" y="2571693"/>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Findings are deduplicated and graded as Low, Medium, High or Critical</a:t>
          </a:r>
        </a:p>
      </dsp:txBody>
      <dsp:txXfrm>
        <a:off x="2115" y="2571693"/>
        <a:ext cx="2266575" cy="1359945"/>
      </dsp:txXfrm>
    </dsp:sp>
    <dsp:sp modelId="{385EDB39-8C4F-4C7D-B992-7A8D9AEFF6EC}">
      <dsp:nvSpPr>
        <dsp:cNvPr id="0" name=""/>
        <dsp:cNvSpPr/>
      </dsp:nvSpPr>
      <dsp:spPr>
        <a:xfrm>
          <a:off x="5054779" y="3205945"/>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87103" y="3249059"/>
        <a:ext cx="26065" cy="5213"/>
      </dsp:txXfrm>
    </dsp:sp>
    <dsp:sp modelId="{96889CCD-4FB5-49CF-86A6-D2B48EF6E4B5}">
      <dsp:nvSpPr>
        <dsp:cNvPr id="0" name=""/>
        <dsp:cNvSpPr/>
      </dsp:nvSpPr>
      <dsp:spPr>
        <a:xfrm>
          <a:off x="2790004" y="2571693"/>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Report Agent writes a short summary with clear next steps</a:t>
          </a:r>
        </a:p>
      </dsp:txBody>
      <dsp:txXfrm>
        <a:off x="2790004" y="2571693"/>
        <a:ext cx="2266575" cy="1359945"/>
      </dsp:txXfrm>
    </dsp:sp>
    <dsp:sp modelId="{0972036D-04B1-42CD-AB1F-6A22B1D2C109}">
      <dsp:nvSpPr>
        <dsp:cNvPr id="0" name=""/>
        <dsp:cNvSpPr/>
      </dsp:nvSpPr>
      <dsp:spPr>
        <a:xfrm>
          <a:off x="7842667" y="3205945"/>
          <a:ext cx="490712" cy="91440"/>
        </a:xfrm>
        <a:custGeom>
          <a:avLst/>
          <a:gdLst/>
          <a:ahLst/>
          <a:cxnLst/>
          <a:rect l="0" t="0" r="0" b="0"/>
          <a:pathLst>
            <a:path>
              <a:moveTo>
                <a:pt x="0" y="45720"/>
              </a:moveTo>
              <a:lnTo>
                <a:pt x="490712"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074991" y="3249059"/>
        <a:ext cx="26065" cy="5213"/>
      </dsp:txXfrm>
    </dsp:sp>
    <dsp:sp modelId="{506CFA34-8ABE-44C2-BB5A-B01161F9550D}">
      <dsp:nvSpPr>
        <dsp:cNvPr id="0" name=""/>
        <dsp:cNvSpPr/>
      </dsp:nvSpPr>
      <dsp:spPr>
        <a:xfrm>
          <a:off x="5577892" y="2571693"/>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Backend streams progress live; frontend shows the final report</a:t>
          </a:r>
        </a:p>
      </dsp:txBody>
      <dsp:txXfrm>
        <a:off x="5577892" y="2571693"/>
        <a:ext cx="2266575" cy="1359945"/>
      </dsp:txXfrm>
    </dsp:sp>
    <dsp:sp modelId="{EB1D9249-646C-414E-9984-49E3ED9CC4FA}">
      <dsp:nvSpPr>
        <dsp:cNvPr id="0" name=""/>
        <dsp:cNvSpPr/>
      </dsp:nvSpPr>
      <dsp:spPr>
        <a:xfrm>
          <a:off x="8365780" y="2571693"/>
          <a:ext cx="2266575" cy="1359945"/>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064" tIns="116581" rIns="111064" bIns="116581" numCol="1" spcCol="1270" anchor="ctr" anchorCtr="0">
          <a:noAutofit/>
        </a:bodyPr>
        <a:lstStyle/>
        <a:p>
          <a:pPr marL="0" lvl="0" indent="0" algn="ctr" defTabSz="800100">
            <a:lnSpc>
              <a:spcPct val="90000"/>
            </a:lnSpc>
            <a:spcBef>
              <a:spcPct val="0"/>
            </a:spcBef>
            <a:spcAft>
              <a:spcPct val="35000"/>
            </a:spcAft>
            <a:buNone/>
          </a:pPr>
          <a:r>
            <a:rPr lang="en-US" sz="1800" kern="1200"/>
            <a:t>Every step is logged and monitored in Google Cloud</a:t>
          </a:r>
        </a:p>
      </dsp:txBody>
      <dsp:txXfrm>
        <a:off x="8365780" y="2571693"/>
        <a:ext cx="2266575" cy="135994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3F1FF-48E0-4268-94D8-1D9F6D1E1460}">
      <dsp:nvSpPr>
        <dsp:cNvPr id="0" name=""/>
        <dsp:cNvSpPr/>
      </dsp:nvSpPr>
      <dsp:spPr>
        <a:xfrm>
          <a:off x="2943" y="766183"/>
          <a:ext cx="2335103" cy="1401062"/>
        </a:xfrm>
        <a:prstGeom prst="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One orchestrator coordinates everything - each agent has only one job</a:t>
          </a:r>
        </a:p>
      </dsp:txBody>
      <dsp:txXfrm>
        <a:off x="2943" y="766183"/>
        <a:ext cx="2335103" cy="1401062"/>
      </dsp:txXfrm>
    </dsp:sp>
    <dsp:sp modelId="{2AF3B7EB-DFE8-4B2D-B986-9C26A3FE9CF3}">
      <dsp:nvSpPr>
        <dsp:cNvPr id="0" name=""/>
        <dsp:cNvSpPr/>
      </dsp:nvSpPr>
      <dsp:spPr>
        <a:xfrm>
          <a:off x="2571557" y="766183"/>
          <a:ext cx="2335103" cy="1401062"/>
        </a:xfrm>
        <a:prstGeom prst="rect">
          <a:avLst/>
        </a:prstGeom>
        <a:solidFill>
          <a:schemeClr val="accent2">
            <a:hueOff val="-189053"/>
            <a:satOff val="213"/>
            <a:lumOff val="504"/>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Parser runs first, Legal and Fraud run in parallel, Report runs last</a:t>
          </a:r>
        </a:p>
      </dsp:txBody>
      <dsp:txXfrm>
        <a:off x="2571557" y="766183"/>
        <a:ext cx="2335103" cy="1401062"/>
      </dsp:txXfrm>
    </dsp:sp>
    <dsp:sp modelId="{F0A81BDB-FF28-4B9A-A97B-581BA8ACE5DE}">
      <dsp:nvSpPr>
        <dsp:cNvPr id="0" name=""/>
        <dsp:cNvSpPr/>
      </dsp:nvSpPr>
      <dsp:spPr>
        <a:xfrm>
          <a:off x="5140171" y="766183"/>
          <a:ext cx="2335103" cy="1401062"/>
        </a:xfrm>
        <a:prstGeom prst="rect">
          <a:avLst/>
        </a:prstGeom>
        <a:solidFill>
          <a:schemeClr val="accent2">
            <a:hueOff val="-378107"/>
            <a:satOff val="426"/>
            <a:lumOff val="100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Every agent uses Gemini 2.5 Flash with its own focused prompt</a:t>
          </a:r>
        </a:p>
      </dsp:txBody>
      <dsp:txXfrm>
        <a:off x="5140171" y="766183"/>
        <a:ext cx="2335103" cy="1401062"/>
      </dsp:txXfrm>
    </dsp:sp>
    <dsp:sp modelId="{82F6AEB7-2DE6-40C7-9509-1E050CEF360E}">
      <dsp:nvSpPr>
        <dsp:cNvPr id="0" name=""/>
        <dsp:cNvSpPr/>
      </dsp:nvSpPr>
      <dsp:spPr>
        <a:xfrm>
          <a:off x="7708785" y="766183"/>
          <a:ext cx="2335103" cy="1401062"/>
        </a:xfrm>
        <a:prstGeom prst="rect">
          <a:avLst/>
        </a:prstGeom>
        <a:solidFill>
          <a:schemeClr val="accent2">
            <a:hueOff val="-567160"/>
            <a:satOff val="639"/>
            <a:lumOff val="151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Agents talk to each other through a shared JSON schema</a:t>
          </a:r>
        </a:p>
      </dsp:txBody>
      <dsp:txXfrm>
        <a:off x="7708785" y="766183"/>
        <a:ext cx="2335103" cy="1401062"/>
      </dsp:txXfrm>
    </dsp:sp>
    <dsp:sp modelId="{1E119F63-F362-4942-A3B0-CF3DF47EE2F6}">
      <dsp:nvSpPr>
        <dsp:cNvPr id="0" name=""/>
        <dsp:cNvSpPr/>
      </dsp:nvSpPr>
      <dsp:spPr>
        <a:xfrm>
          <a:off x="2943" y="2400755"/>
          <a:ext cx="2335103" cy="1401062"/>
        </a:xfrm>
        <a:prstGeom prst="rect">
          <a:avLst/>
        </a:prstGeom>
        <a:solidFill>
          <a:schemeClr val="accent2">
            <a:hueOff val="-756213"/>
            <a:satOff val="853"/>
            <a:lumOff val="20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Parser reads the PDFs directly - no separate OCR step needed</a:t>
          </a:r>
        </a:p>
      </dsp:txBody>
      <dsp:txXfrm>
        <a:off x="2943" y="2400755"/>
        <a:ext cx="2335103" cy="1401062"/>
      </dsp:txXfrm>
    </dsp:sp>
    <dsp:sp modelId="{F8899A90-D9FC-45F5-A537-C726FB58EE9F}">
      <dsp:nvSpPr>
        <dsp:cNvPr id="0" name=""/>
        <dsp:cNvSpPr/>
      </dsp:nvSpPr>
      <dsp:spPr>
        <a:xfrm>
          <a:off x="2571557" y="2400755"/>
          <a:ext cx="2335103" cy="1401062"/>
        </a:xfrm>
        <a:prstGeom prst="rect">
          <a:avLst/>
        </a:prstGeom>
        <a:solidFill>
          <a:schemeClr val="accent2">
            <a:hueOff val="-945266"/>
            <a:satOff val="1066"/>
            <a:lumOff val="252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Stateless design means any single agent can be retried without redoing the rest</a:t>
          </a:r>
        </a:p>
      </dsp:txBody>
      <dsp:txXfrm>
        <a:off x="2571557" y="2400755"/>
        <a:ext cx="2335103" cy="1401062"/>
      </dsp:txXfrm>
    </dsp:sp>
    <dsp:sp modelId="{5EE9715D-4DAD-43FB-A953-3BC5E3AC621C}">
      <dsp:nvSpPr>
        <dsp:cNvPr id="0" name=""/>
        <dsp:cNvSpPr/>
      </dsp:nvSpPr>
      <dsp:spPr>
        <a:xfrm>
          <a:off x="5140171" y="2400755"/>
          <a:ext cx="2335103" cy="1401062"/>
        </a:xfrm>
        <a:prstGeom prst="rect">
          <a:avLst/>
        </a:prstGeom>
        <a:solidFill>
          <a:schemeClr val="accent2">
            <a:hueOff val="-1134320"/>
            <a:satOff val="1279"/>
            <a:lumOff val="3026"/>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Today they run together for speed and lower cost</a:t>
          </a:r>
        </a:p>
      </dsp:txBody>
      <dsp:txXfrm>
        <a:off x="5140171" y="2400755"/>
        <a:ext cx="2335103" cy="1401062"/>
      </dsp:txXfrm>
    </dsp:sp>
    <dsp:sp modelId="{E1557A0B-DB2B-4738-9256-74060539D3AC}">
      <dsp:nvSpPr>
        <dsp:cNvPr id="0" name=""/>
        <dsp:cNvSpPr/>
      </dsp:nvSpPr>
      <dsp:spPr>
        <a:xfrm>
          <a:off x="7708785" y="2400755"/>
          <a:ext cx="2335103" cy="1401062"/>
        </a:xfrm>
        <a:prstGeom prst="rect">
          <a:avLst/>
        </a:prstGeom>
        <a:solidFill>
          <a:schemeClr val="accent2">
            <a:hueOff val="-1323373"/>
            <a:satOff val="1492"/>
            <a:lumOff val="353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Any one of them can later be split into its own Cloud Run service if we need to scale it</a:t>
          </a:r>
        </a:p>
      </dsp:txBody>
      <dsp:txXfrm>
        <a:off x="7708785" y="2400755"/>
        <a:ext cx="2335103" cy="14010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755530-19BE-4F54-B02B-559B776A0947}">
      <dsp:nvSpPr>
        <dsp:cNvPr id="0" name=""/>
        <dsp:cNvSpPr/>
      </dsp:nvSpPr>
      <dsp:spPr>
        <a:xfrm>
          <a:off x="392912" y="350"/>
          <a:ext cx="2356406" cy="1413843"/>
        </a:xfrm>
        <a:prstGeom prst="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Frontend and backend both run on Cloud Run as Docker containers</a:t>
          </a:r>
        </a:p>
      </dsp:txBody>
      <dsp:txXfrm>
        <a:off x="392912" y="350"/>
        <a:ext cx="2356406" cy="1413843"/>
      </dsp:txXfrm>
    </dsp:sp>
    <dsp:sp modelId="{CFDE648E-8E36-4B11-9BF7-B96103770A4F}">
      <dsp:nvSpPr>
        <dsp:cNvPr id="0" name=""/>
        <dsp:cNvSpPr/>
      </dsp:nvSpPr>
      <dsp:spPr>
        <a:xfrm>
          <a:off x="2984958" y="350"/>
          <a:ext cx="2356406" cy="1413843"/>
        </a:xfrm>
        <a:prstGeom prst="rect">
          <a:avLst/>
        </a:prstGeom>
        <a:solidFill>
          <a:schemeClr val="accent3">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Push to GitHub triggers Cloud Build to build the images and deploy automatically</a:t>
          </a:r>
        </a:p>
      </dsp:txBody>
      <dsp:txXfrm>
        <a:off x="2984958" y="350"/>
        <a:ext cx="2356406" cy="1413843"/>
      </dsp:txXfrm>
    </dsp:sp>
    <dsp:sp modelId="{E1E02578-2425-49C5-9CEE-397C92D23FF8}">
      <dsp:nvSpPr>
        <dsp:cNvPr id="0" name=""/>
        <dsp:cNvSpPr/>
      </dsp:nvSpPr>
      <dsp:spPr>
        <a:xfrm>
          <a:off x="5577005" y="350"/>
          <a:ext cx="2356406" cy="1413843"/>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Docker images are stored in Artifact Registry with vulnerability scanning on</a:t>
          </a:r>
        </a:p>
      </dsp:txBody>
      <dsp:txXfrm>
        <a:off x="5577005" y="350"/>
        <a:ext cx="2356406" cy="1413843"/>
      </dsp:txXfrm>
    </dsp:sp>
    <dsp:sp modelId="{2E84F8B8-8BE8-44DE-8675-9608A3EE1E4E}">
      <dsp:nvSpPr>
        <dsp:cNvPr id="0" name=""/>
        <dsp:cNvSpPr/>
      </dsp:nvSpPr>
      <dsp:spPr>
        <a:xfrm>
          <a:off x="8169051" y="350"/>
          <a:ext cx="2356406" cy="1413843"/>
        </a:xfrm>
        <a:prstGeom prst="rect">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Secrets (API keys, Firebase credentials) live in Secret Manager and are loaded at startup</a:t>
          </a:r>
        </a:p>
      </dsp:txBody>
      <dsp:txXfrm>
        <a:off x="8169051" y="350"/>
        <a:ext cx="2356406" cy="1413843"/>
      </dsp:txXfrm>
    </dsp:sp>
    <dsp:sp modelId="{657BCC1D-5FC1-49F8-9C32-FF35652FB735}">
      <dsp:nvSpPr>
        <dsp:cNvPr id="0" name=""/>
        <dsp:cNvSpPr/>
      </dsp:nvSpPr>
      <dsp:spPr>
        <a:xfrm>
          <a:off x="392912" y="1649835"/>
          <a:ext cx="2356406" cy="1413843"/>
        </a:xfrm>
        <a:prstGeom prst="rect">
          <a:avLst/>
        </a:prstGeom>
        <a:solidFill>
          <a:schemeClr val="accent6">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Uploaded documents go to Cloud Storage with short-lived signed URLs</a:t>
          </a:r>
        </a:p>
      </dsp:txBody>
      <dsp:txXfrm>
        <a:off x="392912" y="1649835"/>
        <a:ext cx="2356406" cy="1413843"/>
      </dsp:txXfrm>
    </dsp:sp>
    <dsp:sp modelId="{E7BC2E48-A545-4814-95D7-66F0D7F70129}">
      <dsp:nvSpPr>
        <dsp:cNvPr id="0" name=""/>
        <dsp:cNvSpPr/>
      </dsp:nvSpPr>
      <dsp:spPr>
        <a:xfrm>
          <a:off x="2984958" y="1649835"/>
          <a:ext cx="2356406" cy="1413843"/>
        </a:xfrm>
        <a:prstGeom prst="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Analysis results and the audit log are stored in Firestore</a:t>
          </a:r>
        </a:p>
      </dsp:txBody>
      <dsp:txXfrm>
        <a:off x="2984958" y="1649835"/>
        <a:ext cx="2356406" cy="1413843"/>
      </dsp:txXfrm>
    </dsp:sp>
    <dsp:sp modelId="{7BF8B92E-2BE8-4941-9BBD-14CDA2C7060C}">
      <dsp:nvSpPr>
        <dsp:cNvPr id="0" name=""/>
        <dsp:cNvSpPr/>
      </dsp:nvSpPr>
      <dsp:spPr>
        <a:xfrm>
          <a:off x="5577005" y="1649835"/>
          <a:ext cx="2356406" cy="1413843"/>
        </a:xfrm>
        <a:prstGeom prst="rect">
          <a:avLst/>
        </a:prstGeom>
        <a:solidFill>
          <a:schemeClr val="accent3">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Cloud Run auto-scales from zero, so we only pay for what we use</a:t>
          </a:r>
        </a:p>
      </dsp:txBody>
      <dsp:txXfrm>
        <a:off x="5577005" y="1649835"/>
        <a:ext cx="2356406" cy="1413843"/>
      </dsp:txXfrm>
    </dsp:sp>
    <dsp:sp modelId="{CA16D4CC-BDDF-404D-8DC1-92FFFF88D433}">
      <dsp:nvSpPr>
        <dsp:cNvPr id="0" name=""/>
        <dsp:cNvSpPr/>
      </dsp:nvSpPr>
      <dsp:spPr>
        <a:xfrm>
          <a:off x="8169051" y="1649835"/>
          <a:ext cx="2356406" cy="1413843"/>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Each service has its own least-privilege IAM service account</a:t>
          </a:r>
        </a:p>
      </dsp:txBody>
      <dsp:txXfrm>
        <a:off x="8169051" y="1649835"/>
        <a:ext cx="2356406" cy="1413843"/>
      </dsp:txXfrm>
    </dsp:sp>
    <dsp:sp modelId="{78C51901-B341-4859-A321-12B17184EE0B}">
      <dsp:nvSpPr>
        <dsp:cNvPr id="0" name=""/>
        <dsp:cNvSpPr/>
      </dsp:nvSpPr>
      <dsp:spPr>
        <a:xfrm>
          <a:off x="2984958" y="3299319"/>
          <a:ext cx="2356406" cy="1413843"/>
        </a:xfrm>
        <a:prstGeom prst="rect">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Logs and metrics are centralised in Cloud Logging and Monitoring with alerts</a:t>
          </a:r>
        </a:p>
      </dsp:txBody>
      <dsp:txXfrm>
        <a:off x="2984958" y="3299319"/>
        <a:ext cx="2356406" cy="1413843"/>
      </dsp:txXfrm>
    </dsp:sp>
    <dsp:sp modelId="{84AFBD3E-171D-4FB1-AC86-602FAC59893E}">
      <dsp:nvSpPr>
        <dsp:cNvPr id="0" name=""/>
        <dsp:cNvSpPr/>
      </dsp:nvSpPr>
      <dsp:spPr>
        <a:xfrm>
          <a:off x="5577005" y="3299319"/>
          <a:ext cx="2356406" cy="1413843"/>
        </a:xfrm>
        <a:prstGeom prst="rect">
          <a:avLst/>
        </a:prstGeom>
        <a:solidFill>
          <a:schemeClr val="accent6">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Every request is protected by Firebase Authentication</a:t>
          </a:r>
        </a:p>
      </dsp:txBody>
      <dsp:txXfrm>
        <a:off x="5577005" y="3299319"/>
        <a:ext cx="2356406" cy="141384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7D1256-7C77-455B-88B3-06ADDCA26FDE}">
      <dsp:nvSpPr>
        <dsp:cNvPr id="0" name=""/>
        <dsp:cNvSpPr/>
      </dsp:nvSpPr>
      <dsp:spPr>
        <a:xfrm>
          <a:off x="0" y="343"/>
          <a:ext cx="9720262" cy="4731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BAFC3E-E57D-4F8E-9F7B-F74C2A87966E}">
      <dsp:nvSpPr>
        <dsp:cNvPr id="0" name=""/>
        <dsp:cNvSpPr/>
      </dsp:nvSpPr>
      <dsp:spPr>
        <a:xfrm>
          <a:off x="143137" y="106809"/>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AEFE357-1827-4E4A-87CC-3E258B5C370B}">
      <dsp:nvSpPr>
        <dsp:cNvPr id="0" name=""/>
        <dsp:cNvSpPr/>
      </dsp:nvSpPr>
      <dsp:spPr>
        <a:xfrm>
          <a:off x="546523" y="343"/>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Land deals in India use 8 to 10 documents - most buyers cannot verify them on their own</a:t>
          </a:r>
        </a:p>
      </dsp:txBody>
      <dsp:txXfrm>
        <a:off x="546523" y="343"/>
        <a:ext cx="9173738" cy="473180"/>
      </dsp:txXfrm>
    </dsp:sp>
    <dsp:sp modelId="{ED85E20B-C6B5-4D83-B799-8BF8F66FFCC4}">
      <dsp:nvSpPr>
        <dsp:cNvPr id="0" name=""/>
        <dsp:cNvSpPr/>
      </dsp:nvSpPr>
      <dsp:spPr>
        <a:xfrm>
          <a:off x="0" y="591819"/>
          <a:ext cx="9720262" cy="4731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F12FFD-E61D-43B5-A4B2-9CCB5E0ABE93}">
      <dsp:nvSpPr>
        <dsp:cNvPr id="0" name=""/>
        <dsp:cNvSpPr/>
      </dsp:nvSpPr>
      <dsp:spPr>
        <a:xfrm>
          <a:off x="143137" y="698285"/>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85D2494-2B1E-495E-A95B-31356298C231}">
      <dsp:nvSpPr>
        <dsp:cNvPr id="0" name=""/>
        <dsp:cNvSpPr/>
      </dsp:nvSpPr>
      <dsp:spPr>
        <a:xfrm>
          <a:off x="546523" y="591819"/>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Lawyers help, but are slow and expensive - and fraud patterns are hard to spot manually</a:t>
          </a:r>
        </a:p>
      </dsp:txBody>
      <dsp:txXfrm>
        <a:off x="546523" y="591819"/>
        <a:ext cx="9173738" cy="473180"/>
      </dsp:txXfrm>
    </dsp:sp>
    <dsp:sp modelId="{0FA15E2D-F2EE-442D-887C-5328C26992C9}">
      <dsp:nvSpPr>
        <dsp:cNvPr id="0" name=""/>
        <dsp:cNvSpPr/>
      </dsp:nvSpPr>
      <dsp:spPr>
        <a:xfrm>
          <a:off x="0" y="1183295"/>
          <a:ext cx="9720262" cy="4731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8A902C-2A84-4C30-8C1A-80935474D536}">
      <dsp:nvSpPr>
        <dsp:cNvPr id="0" name=""/>
        <dsp:cNvSpPr/>
      </dsp:nvSpPr>
      <dsp:spPr>
        <a:xfrm>
          <a:off x="143137" y="1289761"/>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59C82CA-F28B-4295-9C6C-65E370E1AD01}">
      <dsp:nvSpPr>
        <dsp:cNvPr id="0" name=""/>
        <dsp:cNvSpPr/>
      </dsp:nvSpPr>
      <dsp:spPr>
        <a:xfrm>
          <a:off x="546523" y="1183295"/>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dirty="0"/>
            <a:t>Gemini can read multi-page PDFs directly, which removes the need for any separate OCR step</a:t>
          </a:r>
        </a:p>
      </dsp:txBody>
      <dsp:txXfrm>
        <a:off x="546523" y="1183295"/>
        <a:ext cx="9173738" cy="473180"/>
      </dsp:txXfrm>
    </dsp:sp>
    <dsp:sp modelId="{ECE68F3A-4803-4C56-AB4A-8165BFFA4348}">
      <dsp:nvSpPr>
        <dsp:cNvPr id="0" name=""/>
        <dsp:cNvSpPr/>
      </dsp:nvSpPr>
      <dsp:spPr>
        <a:xfrm>
          <a:off x="0" y="1774772"/>
          <a:ext cx="9720262" cy="47318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374D405-5A43-401F-8F10-7B2E97C78590}">
      <dsp:nvSpPr>
        <dsp:cNvPr id="0" name=""/>
        <dsp:cNvSpPr/>
      </dsp:nvSpPr>
      <dsp:spPr>
        <a:xfrm>
          <a:off x="143137" y="1881237"/>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D41513C-2C99-4A55-9A6E-50E561726ADF}">
      <dsp:nvSpPr>
        <dsp:cNvPr id="0" name=""/>
        <dsp:cNvSpPr/>
      </dsp:nvSpPr>
      <dsp:spPr>
        <a:xfrm>
          <a:off x="546523" y="1774772"/>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Splitting the job across small focused agents gave us better accuracy than one giant prompt</a:t>
          </a:r>
        </a:p>
      </dsp:txBody>
      <dsp:txXfrm>
        <a:off x="546523" y="1774772"/>
        <a:ext cx="9173738" cy="473180"/>
      </dsp:txXfrm>
    </dsp:sp>
    <dsp:sp modelId="{B13E8567-A188-44A6-8078-1310D326C51A}">
      <dsp:nvSpPr>
        <dsp:cNvPr id="0" name=""/>
        <dsp:cNvSpPr/>
      </dsp:nvSpPr>
      <dsp:spPr>
        <a:xfrm>
          <a:off x="0" y="2366248"/>
          <a:ext cx="9720262" cy="473180"/>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C7C96A-EE7A-4653-ABFA-FC76B17D1EB3}">
      <dsp:nvSpPr>
        <dsp:cNvPr id="0" name=""/>
        <dsp:cNvSpPr/>
      </dsp:nvSpPr>
      <dsp:spPr>
        <a:xfrm>
          <a:off x="143137" y="2472713"/>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504D0C4-C10C-4EFD-9E60-E245190B5EFD}">
      <dsp:nvSpPr>
        <dsp:cNvPr id="0" name=""/>
        <dsp:cNvSpPr/>
      </dsp:nvSpPr>
      <dsp:spPr>
        <a:xfrm>
          <a:off x="546523" y="2366248"/>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Running the agents in parallel keeps the user experience fast</a:t>
          </a:r>
        </a:p>
      </dsp:txBody>
      <dsp:txXfrm>
        <a:off x="546523" y="2366248"/>
        <a:ext cx="9173738" cy="473180"/>
      </dsp:txXfrm>
    </dsp:sp>
    <dsp:sp modelId="{2195C46D-C861-4BB5-BC7C-7D1D3182D36A}">
      <dsp:nvSpPr>
        <dsp:cNvPr id="0" name=""/>
        <dsp:cNvSpPr/>
      </dsp:nvSpPr>
      <dsp:spPr>
        <a:xfrm>
          <a:off x="0" y="2957724"/>
          <a:ext cx="9720262" cy="4731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52C4A0C-6644-4446-8B58-00E9240C49D6}">
      <dsp:nvSpPr>
        <dsp:cNvPr id="0" name=""/>
        <dsp:cNvSpPr/>
      </dsp:nvSpPr>
      <dsp:spPr>
        <a:xfrm>
          <a:off x="143137" y="3064189"/>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A565C3F-3598-42A1-A467-B2FDD79AE0E2}">
      <dsp:nvSpPr>
        <dsp:cNvPr id="0" name=""/>
        <dsp:cNvSpPr/>
      </dsp:nvSpPr>
      <dsp:spPr>
        <a:xfrm>
          <a:off x="546523" y="2957724"/>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Google Cloud gives us everything in one place - AI, hosting, storage, login and security</a:t>
          </a:r>
        </a:p>
      </dsp:txBody>
      <dsp:txXfrm>
        <a:off x="546523" y="2957724"/>
        <a:ext cx="9173738" cy="473180"/>
      </dsp:txXfrm>
    </dsp:sp>
    <dsp:sp modelId="{C6A18FED-FB95-43A1-ACFF-4C62231C7BFD}">
      <dsp:nvSpPr>
        <dsp:cNvPr id="0" name=""/>
        <dsp:cNvSpPr/>
      </dsp:nvSpPr>
      <dsp:spPr>
        <a:xfrm>
          <a:off x="0" y="3549200"/>
          <a:ext cx="9720262" cy="4731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9B121F-33B4-4143-B195-27AC606B37AB}">
      <dsp:nvSpPr>
        <dsp:cNvPr id="0" name=""/>
        <dsp:cNvSpPr/>
      </dsp:nvSpPr>
      <dsp:spPr>
        <a:xfrm>
          <a:off x="143137" y="3655666"/>
          <a:ext cx="260249" cy="2602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00057D2-0653-4475-8FCB-A96F13C3282D}">
      <dsp:nvSpPr>
        <dsp:cNvPr id="0" name=""/>
        <dsp:cNvSpPr/>
      </dsp:nvSpPr>
      <dsp:spPr>
        <a:xfrm>
          <a:off x="546523" y="3549200"/>
          <a:ext cx="9173738" cy="473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078" tIns="50078" rIns="50078" bIns="50078" numCol="1" spcCol="1270" anchor="ctr" anchorCtr="0">
          <a:noAutofit/>
        </a:bodyPr>
        <a:lstStyle/>
        <a:p>
          <a:pPr marL="0" lvl="0" indent="0" algn="l" defTabSz="711200">
            <a:lnSpc>
              <a:spcPct val="90000"/>
            </a:lnSpc>
            <a:spcBef>
              <a:spcPct val="0"/>
            </a:spcBef>
            <a:spcAft>
              <a:spcPct val="35000"/>
            </a:spcAft>
            <a:buNone/>
          </a:pPr>
          <a:r>
            <a:rPr lang="en-US" sz="1600" kern="1200"/>
            <a:t>End result: a non-expert buyer gets a clear answer in under a minute, not weeks</a:t>
          </a:r>
        </a:p>
      </dsp:txBody>
      <dsp:txXfrm>
        <a:off x="546523" y="3549200"/>
        <a:ext cx="9173738" cy="4731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18FE2997-B109-4CE4-AFB1-78F134803C95}"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B5A31E5-CCDF-45E1-B52C-D30857F2ECD5}"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76177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E2997-B109-4CE4-AFB1-78F134803C95}"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18358979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8FE2997-B109-4CE4-AFB1-78F134803C95}"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B5A31E5-CCDF-45E1-B52C-D30857F2ECD5}"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1980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FE2997-B109-4CE4-AFB1-78F134803C95}"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24634188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8FE2997-B109-4CE4-AFB1-78F134803C95}"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21036065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8FE2997-B109-4CE4-AFB1-78F134803C95}"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1053219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FE2997-B109-4CE4-AFB1-78F134803C95}"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4118965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8FE2997-B109-4CE4-AFB1-78F134803C95}"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13833489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8FE2997-B109-4CE4-AFB1-78F134803C95}"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B5A31E5-CCDF-45E1-B52C-D30857F2ECD5}"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59195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E2997-B109-4CE4-AFB1-78F134803C95}"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6824125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FE2997-B109-4CE4-AFB1-78F134803C95}"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B5A31E5-CCDF-45E1-B52C-D30857F2ECD5}"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17857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BC4C-E21F-D08F-A0C3-2763263447EF}"/>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5E286217-A709-1F9D-3776-D1A287124DC4}"/>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71CD7F-BBE9-2B64-6197-2B8CA5FC4C80}"/>
              </a:ext>
            </a:extLst>
          </p:cNvPr>
          <p:cNvSpPr>
            <a:spLocks noGrp="1"/>
          </p:cNvSpPr>
          <p:nvPr>
            <p:ph type="dt" sz="half" idx="10"/>
          </p:nvPr>
        </p:nvSpPr>
        <p:spPr/>
        <p:txBody>
          <a:bodyPr/>
          <a:lstStyle/>
          <a:p>
            <a:fld id="{18FE2997-B109-4CE4-AFB1-78F134803C95}" type="datetimeFigureOut">
              <a:rPr lang="en-US" smtClean="0"/>
              <a:t>5/23/2026</a:t>
            </a:fld>
            <a:endParaRPr lang="en-US"/>
          </a:p>
        </p:txBody>
      </p:sp>
      <p:sp>
        <p:nvSpPr>
          <p:cNvPr id="5" name="Footer Placeholder 4">
            <a:extLst>
              <a:ext uri="{FF2B5EF4-FFF2-40B4-BE49-F238E27FC236}">
                <a16:creationId xmlns:a16="http://schemas.microsoft.com/office/drawing/2014/main" id="{964E7AAD-3F30-EC84-F39D-4D32F080AC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683B99-C521-C5CC-0E62-91FCE28EEAD4}"/>
              </a:ext>
            </a:extLst>
          </p:cNvPr>
          <p:cNvSpPr>
            <a:spLocks noGrp="1"/>
          </p:cNvSpPr>
          <p:nvPr>
            <p:ph type="sldNum" sz="quarter" idx="12"/>
          </p:nvPr>
        </p:nvSpPr>
        <p:spPr/>
        <p:txBody>
          <a:bodyPr/>
          <a:lstStyle/>
          <a:p>
            <a:fld id="{6B5A31E5-CCDF-45E1-B52C-D30857F2ECD5}" type="slidenum">
              <a:rPr lang="en-US" smtClean="0"/>
              <a:t>‹#›</a:t>
            </a:fld>
            <a:endParaRPr lang="en-US"/>
          </a:p>
        </p:txBody>
      </p:sp>
    </p:spTree>
    <p:extLst>
      <p:ext uri="{BB962C8B-B14F-4D97-AF65-F5344CB8AC3E}">
        <p14:creationId xmlns:p14="http://schemas.microsoft.com/office/powerpoint/2010/main" val="32463017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2C3B4-9CD5-C7D3-1FFF-AF9ED65B8140}"/>
              </a:ext>
            </a:extLst>
          </p:cNvPr>
          <p:cNvSpPr>
            <a:spLocks noGrp="1"/>
          </p:cNvSpPr>
          <p:nvPr>
            <p:ph type="ctrTitle"/>
          </p:nvPr>
        </p:nvSpPr>
        <p:spPr>
          <a:xfrm>
            <a:off x="1524000" y="1941287"/>
            <a:ext cx="9144000" cy="1655762"/>
          </a:xfrm>
          <a:prstGeom prst="rect">
            <a:avLst/>
          </a:prstGeom>
        </p:spPr>
        <p:txBody>
          <a:bodyPr anchor="b"/>
          <a:lstStyle>
            <a:lvl1pPr algn="ctr">
              <a:defRPr sz="2800"/>
            </a:lvl1pPr>
          </a:lstStyle>
          <a:p>
            <a:r>
              <a:rPr lang="en-US"/>
              <a:t>Click to edit Master title style</a:t>
            </a:r>
          </a:p>
        </p:txBody>
      </p:sp>
      <p:sp>
        <p:nvSpPr>
          <p:cNvPr id="3" name="Subtitle 2">
            <a:extLst>
              <a:ext uri="{FF2B5EF4-FFF2-40B4-BE49-F238E27FC236}">
                <a16:creationId xmlns:a16="http://schemas.microsoft.com/office/drawing/2014/main" id="{A1CB8FA7-353E-56D0-BF6D-22EB09E0493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Text Placeholder 6">
            <a:extLst>
              <a:ext uri="{FF2B5EF4-FFF2-40B4-BE49-F238E27FC236}">
                <a16:creationId xmlns:a16="http://schemas.microsoft.com/office/drawing/2014/main" id="{365EA43A-0F83-C19B-9F7A-5AEEC3349A32}"/>
              </a:ext>
            </a:extLst>
          </p:cNvPr>
          <p:cNvSpPr>
            <a:spLocks noGrp="1"/>
          </p:cNvSpPr>
          <p:nvPr>
            <p:ph type="body" sz="quarter" idx="10" hasCustomPrompt="1"/>
          </p:nvPr>
        </p:nvSpPr>
        <p:spPr>
          <a:xfrm>
            <a:off x="392275" y="392275"/>
            <a:ext cx="11407450" cy="466142"/>
          </a:xfrm>
          <a:prstGeom prst="rect">
            <a:avLst/>
          </a:prstGeom>
        </p:spPr>
        <p:txBody>
          <a:bodyPr anchor="b"/>
          <a:lstStyle>
            <a:lvl1pPr marL="0" indent="0">
              <a:buNone/>
              <a:defRPr sz="2400" b="1"/>
            </a:lvl1pPr>
          </a:lstStyle>
          <a:p>
            <a:pPr lvl="0"/>
            <a:r>
              <a:rPr lang="en-US"/>
              <a:t>Lorem Ipsum</a:t>
            </a:r>
            <a:endParaRPr lang="en-US" sz="2400" b="1">
              <a:latin typeface="+mn-lt"/>
            </a:endParaRPr>
          </a:p>
        </p:txBody>
      </p:sp>
      <p:sp>
        <p:nvSpPr>
          <p:cNvPr id="5" name="Text Placeholder 9">
            <a:extLst>
              <a:ext uri="{FF2B5EF4-FFF2-40B4-BE49-F238E27FC236}">
                <a16:creationId xmlns:a16="http://schemas.microsoft.com/office/drawing/2014/main" id="{5E855A60-CFDE-4F7E-E7A2-0A9B617EA4CA}"/>
              </a:ext>
            </a:extLst>
          </p:cNvPr>
          <p:cNvSpPr>
            <a:spLocks noGrp="1"/>
          </p:cNvSpPr>
          <p:nvPr>
            <p:ph type="body" sz="quarter" idx="11"/>
          </p:nvPr>
        </p:nvSpPr>
        <p:spPr>
          <a:xfrm>
            <a:off x="392113" y="858839"/>
            <a:ext cx="11407612" cy="354142"/>
          </a:xfrm>
          <a:prstGeom prst="rect">
            <a:avLst/>
          </a:prstGeom>
        </p:spPr>
        <p:txBody>
          <a:bodyPr/>
          <a:lstStyle>
            <a:lvl1pPr marL="0" indent="0">
              <a:buNone/>
              <a:defRPr sz="1200">
                <a:solidFill>
                  <a:schemeClr val="tx1"/>
                </a:solidFill>
              </a:defRPr>
            </a:lvl1pPr>
          </a:lstStyle>
          <a:p>
            <a:pPr lvl="0"/>
            <a:endParaRPr lang="en-US" sz="1200">
              <a:solidFill>
                <a:srgbClr val="FF0000"/>
              </a:solidFill>
              <a:latin typeface="+mn-lt"/>
            </a:endParaRPr>
          </a:p>
        </p:txBody>
      </p:sp>
    </p:spTree>
    <p:extLst>
      <p:ext uri="{BB962C8B-B14F-4D97-AF65-F5344CB8AC3E}">
        <p14:creationId xmlns:p14="http://schemas.microsoft.com/office/powerpoint/2010/main" val="2092038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rts1">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688B0907-4CBE-439B-8700-0D37AEB90FDF}"/>
              </a:ext>
            </a:extLst>
          </p:cNvPr>
          <p:cNvSpPr>
            <a:spLocks noGrp="1"/>
          </p:cNvSpPr>
          <p:nvPr>
            <p:ph type="body" sz="quarter" idx="10" hasCustomPrompt="1"/>
          </p:nvPr>
        </p:nvSpPr>
        <p:spPr>
          <a:xfrm>
            <a:off x="392275" y="392275"/>
            <a:ext cx="11407450" cy="466142"/>
          </a:xfrm>
          <a:prstGeom prst="rect">
            <a:avLst/>
          </a:prstGeom>
        </p:spPr>
        <p:txBody>
          <a:bodyPr anchor="b"/>
          <a:lstStyle>
            <a:lvl1pPr marL="0" indent="0">
              <a:buNone/>
              <a:defRPr sz="2400" b="1"/>
            </a:lvl1pPr>
          </a:lstStyle>
          <a:p>
            <a:pPr lvl="0"/>
            <a:r>
              <a:rPr lang="en-US"/>
              <a:t>Lorem Ipsum</a:t>
            </a:r>
            <a:endParaRPr lang="en-US" sz="2400" b="1">
              <a:latin typeface="+mn-lt"/>
            </a:endParaRPr>
          </a:p>
        </p:txBody>
      </p:sp>
      <p:sp>
        <p:nvSpPr>
          <p:cNvPr id="11" name="Text Placeholder 9">
            <a:extLst>
              <a:ext uri="{FF2B5EF4-FFF2-40B4-BE49-F238E27FC236}">
                <a16:creationId xmlns:a16="http://schemas.microsoft.com/office/drawing/2014/main" id="{657BC288-75F7-4300-9EE1-798FF8AE08DB}"/>
              </a:ext>
            </a:extLst>
          </p:cNvPr>
          <p:cNvSpPr>
            <a:spLocks noGrp="1"/>
          </p:cNvSpPr>
          <p:nvPr>
            <p:ph type="body" sz="quarter" idx="11"/>
          </p:nvPr>
        </p:nvSpPr>
        <p:spPr>
          <a:xfrm>
            <a:off x="392113" y="858839"/>
            <a:ext cx="11407612" cy="354142"/>
          </a:xfrm>
          <a:prstGeom prst="rect">
            <a:avLst/>
          </a:prstGeom>
        </p:spPr>
        <p:txBody>
          <a:bodyPr/>
          <a:lstStyle>
            <a:lvl1pPr marL="0" indent="0">
              <a:buNone/>
              <a:defRPr sz="1200">
                <a:solidFill>
                  <a:schemeClr val="tx1"/>
                </a:solidFill>
              </a:defRPr>
            </a:lvl1pPr>
          </a:lstStyle>
          <a:p>
            <a:pPr lvl="0"/>
            <a:endParaRPr lang="en-US" sz="1200">
              <a:solidFill>
                <a:srgbClr val="FF0000"/>
              </a:solidFill>
              <a:latin typeface="+mn-lt"/>
            </a:endParaRPr>
          </a:p>
        </p:txBody>
      </p:sp>
      <p:sp>
        <p:nvSpPr>
          <p:cNvPr id="13" name="object 9">
            <a:extLst>
              <a:ext uri="{FF2B5EF4-FFF2-40B4-BE49-F238E27FC236}">
                <a16:creationId xmlns:a16="http://schemas.microsoft.com/office/drawing/2014/main" id="{50B0E59B-EE2C-46B0-A3CA-0265F30986DD}"/>
              </a:ext>
            </a:extLst>
          </p:cNvPr>
          <p:cNvSpPr/>
          <p:nvPr userDrawn="1"/>
        </p:nvSpPr>
        <p:spPr>
          <a:xfrm>
            <a:off x="-11893" y="2832016"/>
            <a:ext cx="138935" cy="1153909"/>
          </a:xfrm>
          <a:custGeom>
            <a:avLst/>
            <a:gdLst/>
            <a:ahLst/>
            <a:cxnLst/>
            <a:rect l="l" t="t" r="r" b="b"/>
            <a:pathLst>
              <a:path w="106044" h="880745">
                <a:moveTo>
                  <a:pt x="105943" y="880262"/>
                </a:moveTo>
                <a:lnTo>
                  <a:pt x="0" y="880262"/>
                </a:lnTo>
                <a:lnTo>
                  <a:pt x="0" y="0"/>
                </a:lnTo>
                <a:lnTo>
                  <a:pt x="105943" y="0"/>
                </a:lnTo>
                <a:lnTo>
                  <a:pt x="105943" y="880262"/>
                </a:lnTo>
                <a:close/>
              </a:path>
            </a:pathLst>
          </a:custGeom>
          <a:solidFill>
            <a:srgbClr val="0070C0"/>
          </a:solidFill>
        </p:spPr>
        <p:txBody>
          <a:bodyPr wrap="square" lIns="0" tIns="0" rIns="0" bIns="0" rtlCol="0"/>
          <a:lstStyle/>
          <a:p>
            <a:endParaRPr sz="2400"/>
          </a:p>
        </p:txBody>
      </p:sp>
      <p:sp>
        <p:nvSpPr>
          <p:cNvPr id="36" name="Chart Placeholder 35">
            <a:extLst>
              <a:ext uri="{FF2B5EF4-FFF2-40B4-BE49-F238E27FC236}">
                <a16:creationId xmlns:a16="http://schemas.microsoft.com/office/drawing/2014/main" id="{BA8D233A-A66A-AA8F-6C52-9C29A4EB9106}"/>
              </a:ext>
            </a:extLst>
          </p:cNvPr>
          <p:cNvSpPr>
            <a:spLocks noGrp="1"/>
          </p:cNvSpPr>
          <p:nvPr>
            <p:ph type="chart" sz="quarter" idx="12"/>
          </p:nvPr>
        </p:nvSpPr>
        <p:spPr>
          <a:xfrm>
            <a:off x="1586374" y="2445824"/>
            <a:ext cx="3527425" cy="2743200"/>
          </a:xfrm>
          <a:prstGeom prst="rect">
            <a:avLst/>
          </a:prstGeom>
        </p:spPr>
        <p:txBody>
          <a:bodyPr/>
          <a:lstStyle/>
          <a:p>
            <a:endParaRPr lang="en-US"/>
          </a:p>
        </p:txBody>
      </p:sp>
      <p:sp>
        <p:nvSpPr>
          <p:cNvPr id="37" name="Chart Placeholder 35">
            <a:extLst>
              <a:ext uri="{FF2B5EF4-FFF2-40B4-BE49-F238E27FC236}">
                <a16:creationId xmlns:a16="http://schemas.microsoft.com/office/drawing/2014/main" id="{E09244C1-74C9-1FD0-D397-A940077A818A}"/>
              </a:ext>
            </a:extLst>
          </p:cNvPr>
          <p:cNvSpPr>
            <a:spLocks noGrp="1"/>
          </p:cNvSpPr>
          <p:nvPr>
            <p:ph type="chart" sz="quarter" idx="13"/>
          </p:nvPr>
        </p:nvSpPr>
        <p:spPr>
          <a:xfrm>
            <a:off x="7466247" y="2445824"/>
            <a:ext cx="3527425" cy="2743200"/>
          </a:xfrm>
          <a:prstGeom prst="rect">
            <a:avLst/>
          </a:prstGeom>
        </p:spPr>
        <p:txBody>
          <a:bodyPr/>
          <a:lstStyle/>
          <a:p>
            <a:endParaRPr lang="en-US"/>
          </a:p>
        </p:txBody>
      </p:sp>
    </p:spTree>
    <p:extLst>
      <p:ext uri="{BB962C8B-B14F-4D97-AF65-F5344CB8AC3E}">
        <p14:creationId xmlns:p14="http://schemas.microsoft.com/office/powerpoint/2010/main" val="2637504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18FE2997-B109-4CE4-AFB1-78F134803C95}" type="datetimeFigureOut">
              <a:rPr lang="en-US" smtClean="0"/>
              <a:t>5/23/2026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6B5A31E5-CCDF-45E1-B52C-D30857F2ECD5}"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921885"/>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3.png"/><Relationship Id="rId7" Type="http://schemas.openxmlformats.org/officeDocument/2006/relationships/diagramQuickStyle" Target="../diagrams/quickStyle1.xml"/><Relationship Id="rId2" Type="http://schemas.openxmlformats.org/officeDocument/2006/relationships/image" Target="../media/image2.png"/><Relationship Id="rId1" Type="http://schemas.openxmlformats.org/officeDocument/2006/relationships/slideLayout" Target="../slideLayouts/slideLayout13.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4.png"/><Relationship Id="rId9" Type="http://schemas.microsoft.com/office/2007/relationships/diagramDrawing" Target="../diagrams/drawing1.xml"/></Relationships>
</file>

<file path=ppt/slides/_rels/slide2.xml.rels><?xml version="1.0" encoding="UTF-8" standalone="yes"?>
<Relationships xmlns="http://schemas.openxmlformats.org/package/2006/relationships"><Relationship Id="rId2" Type="http://schemas.openxmlformats.org/officeDocument/2006/relationships/hyperlink" Target="mailto:abhishekpartap.s@infosys.com" TargetMode="Externa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8.png"/><Relationship Id="rId2" Type="http://schemas.openxmlformats.org/officeDocument/2006/relationships/diagramData" Target="../diagrams/data2.xml"/><Relationship Id="rId1" Type="http://schemas.openxmlformats.org/officeDocument/2006/relationships/slideLayout" Target="../slideLayouts/slideLayout1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10.png"/><Relationship Id="rId2" Type="http://schemas.openxmlformats.org/officeDocument/2006/relationships/diagramData" Target="../diagrams/data3.xml"/><Relationship Id="rId1" Type="http://schemas.openxmlformats.org/officeDocument/2006/relationships/slideLayout" Target="../slideLayouts/slideLayout1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12.png"/><Relationship Id="rId2" Type="http://schemas.openxmlformats.org/officeDocument/2006/relationships/diagramData" Target="../diagrams/data4.xml"/><Relationship Id="rId1" Type="http://schemas.openxmlformats.org/officeDocument/2006/relationships/slideLayout" Target="../slideLayouts/slideLayout1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1.png"/><Relationship Id="rId2" Type="http://schemas.openxmlformats.org/officeDocument/2006/relationships/diagramData" Target="../diagrams/data5.xml"/><Relationship Id="rId1" Type="http://schemas.openxmlformats.org/officeDocument/2006/relationships/slideLayout" Target="../slideLayouts/slideLayout1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8DB0072-89F0-196C-07DC-E946E341AA2C}"/>
              </a:ext>
            </a:extLst>
          </p:cNvPr>
          <p:cNvSpPr txBox="1"/>
          <p:nvPr/>
        </p:nvSpPr>
        <p:spPr>
          <a:xfrm>
            <a:off x="3642850" y="1404370"/>
            <a:ext cx="7860889" cy="461665"/>
          </a:xfrm>
          <a:prstGeom prst="rect">
            <a:avLst/>
          </a:prstGeom>
          <a:noFill/>
        </p:spPr>
        <p:txBody>
          <a:bodyPr wrap="square">
            <a:spAutoFit/>
          </a:bodyPr>
          <a:lstStyle/>
          <a:p>
            <a:r>
              <a:rPr lang="en-US" sz="2400" b="1">
                <a:solidFill>
                  <a:schemeClr val="bg1"/>
                </a:solidFill>
              </a:rPr>
              <a:t>Infosys Gemini Hackathon 2024 | Jun 07 – July 16</a:t>
            </a:r>
            <a:endParaRPr lang="en-US" sz="2400"/>
          </a:p>
        </p:txBody>
      </p:sp>
      <p:sp>
        <p:nvSpPr>
          <p:cNvPr id="3" name="object 2">
            <a:extLst>
              <a:ext uri="{FF2B5EF4-FFF2-40B4-BE49-F238E27FC236}">
                <a16:creationId xmlns:a16="http://schemas.microsoft.com/office/drawing/2014/main" id="{87A47855-E47B-C2F2-83C6-7ABDEE2D7B0D}"/>
              </a:ext>
            </a:extLst>
          </p:cNvPr>
          <p:cNvSpPr txBox="1">
            <a:spLocks/>
          </p:cNvSpPr>
          <p:nvPr/>
        </p:nvSpPr>
        <p:spPr>
          <a:xfrm>
            <a:off x="441027" y="956468"/>
            <a:ext cx="5650090" cy="608942"/>
          </a:xfrm>
          <a:prstGeom prst="rect">
            <a:avLst/>
          </a:prstGeom>
        </p:spPr>
        <p:txBody>
          <a:bodyPr vert="horz" wrap="square" lIns="0" tIns="12065" rIns="0" bIns="0" rtlCol="0" anchor="b">
            <a:spAutoFit/>
          </a:bodyPr>
          <a:lstStyle>
            <a:lvl1pPr algn="ctr"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27940">
              <a:lnSpc>
                <a:spcPts val="2430"/>
              </a:lnSpc>
              <a:spcBef>
                <a:spcPts val="95"/>
              </a:spcBef>
            </a:pPr>
            <a:r>
              <a:rPr lang="en-US" dirty="0">
                <a:solidFill>
                  <a:schemeClr val="bg1"/>
                </a:solidFill>
              </a:rPr>
              <a:t>AI</a:t>
            </a:r>
            <a:r>
              <a:rPr lang="en-US" spc="-110" dirty="0">
                <a:solidFill>
                  <a:schemeClr val="bg1"/>
                </a:solidFill>
              </a:rPr>
              <a:t> </a:t>
            </a:r>
            <a:r>
              <a:rPr lang="en-US" dirty="0">
                <a:solidFill>
                  <a:schemeClr val="bg1"/>
                </a:solidFill>
              </a:rPr>
              <a:t>Agents</a:t>
            </a:r>
            <a:r>
              <a:rPr lang="en-US" spc="-20" dirty="0">
                <a:solidFill>
                  <a:schemeClr val="bg1"/>
                </a:solidFill>
              </a:rPr>
              <a:t> </a:t>
            </a:r>
            <a:r>
              <a:rPr lang="en-US" dirty="0">
                <a:solidFill>
                  <a:schemeClr val="bg1"/>
                </a:solidFill>
              </a:rPr>
              <a:t>in</a:t>
            </a:r>
            <a:r>
              <a:rPr lang="en-US" spc="-105" dirty="0">
                <a:solidFill>
                  <a:schemeClr val="bg1"/>
                </a:solidFill>
              </a:rPr>
              <a:t> </a:t>
            </a:r>
            <a:r>
              <a:rPr lang="en-US" spc="-10" dirty="0">
                <a:solidFill>
                  <a:schemeClr val="bg1"/>
                </a:solidFill>
              </a:rPr>
              <a:t>Action</a:t>
            </a:r>
          </a:p>
        </p:txBody>
      </p:sp>
      <p:pic>
        <p:nvPicPr>
          <p:cNvPr id="4" name="object 3">
            <a:extLst>
              <a:ext uri="{FF2B5EF4-FFF2-40B4-BE49-F238E27FC236}">
                <a16:creationId xmlns:a16="http://schemas.microsoft.com/office/drawing/2014/main" id="{52FB5096-038C-76D4-84F9-86BFA7697AB1}"/>
              </a:ext>
            </a:extLst>
          </p:cNvPr>
          <p:cNvPicPr/>
          <p:nvPr/>
        </p:nvPicPr>
        <p:blipFill>
          <a:blip r:embed="rId2" cstate="print"/>
          <a:stretch>
            <a:fillRect/>
          </a:stretch>
        </p:blipFill>
        <p:spPr>
          <a:xfrm>
            <a:off x="583803" y="2688304"/>
            <a:ext cx="309729" cy="371475"/>
          </a:xfrm>
          <a:prstGeom prst="rect">
            <a:avLst/>
          </a:prstGeom>
        </p:spPr>
      </p:pic>
      <p:sp>
        <p:nvSpPr>
          <p:cNvPr id="5" name="object 4">
            <a:extLst>
              <a:ext uri="{FF2B5EF4-FFF2-40B4-BE49-F238E27FC236}">
                <a16:creationId xmlns:a16="http://schemas.microsoft.com/office/drawing/2014/main" id="{8E88646F-8D9A-7361-8E16-579B7076E9DF}"/>
              </a:ext>
            </a:extLst>
          </p:cNvPr>
          <p:cNvSpPr txBox="1"/>
          <p:nvPr/>
        </p:nvSpPr>
        <p:spPr>
          <a:xfrm>
            <a:off x="904174" y="2764981"/>
            <a:ext cx="6869128" cy="191078"/>
          </a:xfrm>
          <a:prstGeom prst="rect">
            <a:avLst/>
          </a:prstGeom>
        </p:spPr>
        <p:txBody>
          <a:bodyPr vert="horz" wrap="square" lIns="0" tIns="13970" rIns="0" bIns="0" rtlCol="0">
            <a:spAutoFit/>
          </a:bodyPr>
          <a:lstStyle/>
          <a:p>
            <a:pPr marL="38100">
              <a:lnSpc>
                <a:spcPct val="100000"/>
              </a:lnSpc>
              <a:spcBef>
                <a:spcPts val="110"/>
              </a:spcBef>
            </a:pPr>
            <a:r>
              <a:rPr lang="en-US" sz="1150" spc="50" dirty="0">
                <a:solidFill>
                  <a:srgbClr val="FFFFFF"/>
                </a:solidFill>
                <a:latin typeface="Arial"/>
                <a:cs typeface="Arial"/>
              </a:rPr>
              <a:t>Agent development window</a:t>
            </a:r>
            <a:r>
              <a:rPr sz="1150" spc="50" dirty="0">
                <a:solidFill>
                  <a:srgbClr val="FFFFFF"/>
                </a:solidFill>
                <a:latin typeface="Arial"/>
                <a:cs typeface="Arial"/>
              </a:rPr>
              <a:t> </a:t>
            </a:r>
            <a:r>
              <a:rPr sz="1150" dirty="0">
                <a:solidFill>
                  <a:srgbClr val="FFFFFF"/>
                </a:solidFill>
                <a:latin typeface="Arial"/>
                <a:cs typeface="Arial"/>
              </a:rPr>
              <a:t>is</a:t>
            </a:r>
            <a:r>
              <a:rPr sz="1150" spc="50" dirty="0">
                <a:solidFill>
                  <a:srgbClr val="FFFFFF"/>
                </a:solidFill>
                <a:latin typeface="Arial"/>
                <a:cs typeface="Arial"/>
              </a:rPr>
              <a:t> </a:t>
            </a:r>
            <a:r>
              <a:rPr sz="1150" dirty="0">
                <a:solidFill>
                  <a:srgbClr val="FFFFFF"/>
                </a:solidFill>
                <a:latin typeface="Arial"/>
                <a:cs typeface="Arial"/>
              </a:rPr>
              <a:t>open</a:t>
            </a:r>
            <a:r>
              <a:rPr sz="1150" spc="55" dirty="0">
                <a:solidFill>
                  <a:srgbClr val="FFFFFF"/>
                </a:solidFill>
                <a:latin typeface="Arial"/>
                <a:cs typeface="Arial"/>
              </a:rPr>
              <a:t> </a:t>
            </a:r>
            <a:r>
              <a:rPr sz="1150" dirty="0">
                <a:solidFill>
                  <a:srgbClr val="FFFFFF"/>
                </a:solidFill>
                <a:latin typeface="Arial"/>
                <a:cs typeface="Arial"/>
              </a:rPr>
              <a:t>from</a:t>
            </a:r>
            <a:r>
              <a:rPr lang="en-US" sz="1150" dirty="0">
                <a:solidFill>
                  <a:srgbClr val="FFFFFF"/>
                </a:solidFill>
                <a:latin typeface="Arial"/>
                <a:cs typeface="Arial"/>
              </a:rPr>
              <a:t> 24</a:t>
            </a:r>
            <a:r>
              <a:rPr lang="en-US" sz="1150" baseline="30000" dirty="0">
                <a:solidFill>
                  <a:srgbClr val="FFFFFF"/>
                </a:solidFill>
                <a:latin typeface="Arial"/>
                <a:cs typeface="Arial"/>
              </a:rPr>
              <a:t>th</a:t>
            </a:r>
            <a:r>
              <a:rPr lang="en-US" sz="1150" dirty="0">
                <a:solidFill>
                  <a:srgbClr val="FFFFFF"/>
                </a:solidFill>
                <a:latin typeface="Arial"/>
                <a:cs typeface="Arial"/>
              </a:rPr>
              <a:t> Feb -14</a:t>
            </a:r>
            <a:r>
              <a:rPr lang="en-US" sz="1150" baseline="30000" dirty="0">
                <a:solidFill>
                  <a:srgbClr val="FFFFFF"/>
                </a:solidFill>
                <a:latin typeface="Arial"/>
                <a:cs typeface="Arial"/>
              </a:rPr>
              <a:t>th</a:t>
            </a:r>
            <a:r>
              <a:rPr lang="en-US" sz="1150" dirty="0">
                <a:solidFill>
                  <a:srgbClr val="FFFFFF"/>
                </a:solidFill>
                <a:latin typeface="Arial"/>
                <a:cs typeface="Arial"/>
              </a:rPr>
              <a:t> March, 2025</a:t>
            </a:r>
            <a:endParaRPr sz="1150" dirty="0">
              <a:latin typeface="Arial"/>
              <a:cs typeface="Arial"/>
            </a:endParaRPr>
          </a:p>
        </p:txBody>
      </p:sp>
      <p:pic>
        <p:nvPicPr>
          <p:cNvPr id="12" name="Picture 11" descr="A black and white sign with white text&#10;&#10;Description automatically generated">
            <a:extLst>
              <a:ext uri="{FF2B5EF4-FFF2-40B4-BE49-F238E27FC236}">
                <a16:creationId xmlns:a16="http://schemas.microsoft.com/office/drawing/2014/main" id="{8B2762AA-CE69-8333-B0F9-C57E255109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08446" y="115148"/>
            <a:ext cx="2238671" cy="809520"/>
          </a:xfrm>
          <a:prstGeom prst="rect">
            <a:avLst/>
          </a:prstGeom>
        </p:spPr>
      </p:pic>
      <p:pic>
        <p:nvPicPr>
          <p:cNvPr id="13" name="Picture 12">
            <a:extLst>
              <a:ext uri="{FF2B5EF4-FFF2-40B4-BE49-F238E27FC236}">
                <a16:creationId xmlns:a16="http://schemas.microsoft.com/office/drawing/2014/main" id="{B9BF54A1-519C-1F66-06C2-3EC0371FD8FC}"/>
              </a:ext>
            </a:extLst>
          </p:cNvPr>
          <p:cNvPicPr>
            <a:picLocks noChangeAspect="1"/>
          </p:cNvPicPr>
          <p:nvPr/>
        </p:nvPicPr>
        <p:blipFill>
          <a:blip r:embed="rId4"/>
          <a:stretch>
            <a:fillRect/>
          </a:stretch>
        </p:blipFill>
        <p:spPr>
          <a:xfrm>
            <a:off x="0" y="2418"/>
            <a:ext cx="12192000" cy="3609287"/>
          </a:xfrm>
          <a:prstGeom prst="rect">
            <a:avLst/>
          </a:prstGeom>
        </p:spPr>
      </p:pic>
      <p:graphicFrame>
        <p:nvGraphicFramePr>
          <p:cNvPr id="15" name="TextBox 10">
            <a:extLst>
              <a:ext uri="{FF2B5EF4-FFF2-40B4-BE49-F238E27FC236}">
                <a16:creationId xmlns:a16="http://schemas.microsoft.com/office/drawing/2014/main" id="{77C39108-36D6-E028-3078-D2210847D05E}"/>
              </a:ext>
            </a:extLst>
          </p:cNvPr>
          <p:cNvGraphicFramePr/>
          <p:nvPr>
            <p:extLst>
              <p:ext uri="{D42A27DB-BD31-4B8C-83A1-F6EECF244321}">
                <p14:modId xmlns:p14="http://schemas.microsoft.com/office/powerpoint/2010/main" val="357031841"/>
              </p:ext>
            </p:extLst>
          </p:nvPr>
        </p:nvGraphicFramePr>
        <p:xfrm>
          <a:off x="0" y="3611705"/>
          <a:ext cx="12192000" cy="324629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4780248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 Placeholder 30">
            <a:extLst>
              <a:ext uri="{FF2B5EF4-FFF2-40B4-BE49-F238E27FC236}">
                <a16:creationId xmlns:a16="http://schemas.microsoft.com/office/drawing/2014/main" id="{A5918817-D25B-F00B-9CF3-B48972601AF4}"/>
              </a:ext>
            </a:extLst>
          </p:cNvPr>
          <p:cNvSpPr>
            <a:spLocks noGrp="1"/>
          </p:cNvSpPr>
          <p:nvPr>
            <p:ph type="body" sz="quarter" idx="10"/>
          </p:nvPr>
        </p:nvSpPr>
        <p:spPr/>
        <p:txBody>
          <a:bodyPr anchor="b"/>
          <a:lstStyle/>
          <a:p>
            <a:r>
              <a:rPr lang="en-US">
                <a:solidFill>
                  <a:schemeClr val="accent1">
                    <a:lumMod val="75000"/>
                  </a:schemeClr>
                </a:solidFill>
                <a:latin typeface="Calibri" panose="020F0502020204030204" pitchFamily="34" charset="0"/>
                <a:cs typeface="Calibri" panose="020F0502020204030204" pitchFamily="34" charset="0"/>
              </a:rPr>
              <a:t>TEAM and USE CASE</a:t>
            </a:r>
          </a:p>
        </p:txBody>
      </p:sp>
      <p:graphicFrame>
        <p:nvGraphicFramePr>
          <p:cNvPr id="33" name="Table 32">
            <a:extLst>
              <a:ext uri="{FF2B5EF4-FFF2-40B4-BE49-F238E27FC236}">
                <a16:creationId xmlns:a16="http://schemas.microsoft.com/office/drawing/2014/main" id="{34D43D5D-9D88-FCA7-C613-77EA651094F8}"/>
              </a:ext>
            </a:extLst>
          </p:cNvPr>
          <p:cNvGraphicFramePr>
            <a:graphicFrameLocks noGrp="1"/>
          </p:cNvGraphicFramePr>
          <p:nvPr>
            <p:extLst>
              <p:ext uri="{D42A27DB-BD31-4B8C-83A1-F6EECF244321}">
                <p14:modId xmlns:p14="http://schemas.microsoft.com/office/powerpoint/2010/main" val="3123795175"/>
              </p:ext>
            </p:extLst>
          </p:nvPr>
        </p:nvGraphicFramePr>
        <p:xfrm>
          <a:off x="762000" y="1066800"/>
          <a:ext cx="10726879" cy="5589358"/>
        </p:xfrm>
        <a:graphic>
          <a:graphicData uri="http://schemas.openxmlformats.org/drawingml/2006/table">
            <a:tbl>
              <a:tblPr bandRow="1">
                <a:tableStyleId>{0E3FDE45-AF77-4B5C-9715-49D594BDF05E}</a:tableStyleId>
              </a:tblPr>
              <a:tblGrid>
                <a:gridCol w="2468982">
                  <a:extLst>
                    <a:ext uri="{9D8B030D-6E8A-4147-A177-3AD203B41FA5}">
                      <a16:colId xmlns:a16="http://schemas.microsoft.com/office/drawing/2014/main" val="35749580"/>
                    </a:ext>
                  </a:extLst>
                </a:gridCol>
                <a:gridCol w="3105504">
                  <a:extLst>
                    <a:ext uri="{9D8B030D-6E8A-4147-A177-3AD203B41FA5}">
                      <a16:colId xmlns:a16="http://schemas.microsoft.com/office/drawing/2014/main" val="342463594"/>
                    </a:ext>
                  </a:extLst>
                </a:gridCol>
                <a:gridCol w="3326821">
                  <a:extLst>
                    <a:ext uri="{9D8B030D-6E8A-4147-A177-3AD203B41FA5}">
                      <a16:colId xmlns:a16="http://schemas.microsoft.com/office/drawing/2014/main" val="524786007"/>
                    </a:ext>
                  </a:extLst>
                </a:gridCol>
                <a:gridCol w="1825572">
                  <a:extLst>
                    <a:ext uri="{9D8B030D-6E8A-4147-A177-3AD203B41FA5}">
                      <a16:colId xmlns:a16="http://schemas.microsoft.com/office/drawing/2014/main" val="1895982355"/>
                    </a:ext>
                  </a:extLst>
                </a:gridCol>
              </a:tblGrid>
              <a:tr h="500566">
                <a:tc>
                  <a:txBody>
                    <a:bodyPr/>
                    <a:lstStyle/>
                    <a:p>
                      <a:pPr marL="0" algn="ctr" defTabSz="914400" rtl="0" eaLnBrk="1" latinLnBrk="0" hangingPunct="1"/>
                      <a:r>
                        <a:rPr lang="en-US" sz="1600" b="1" kern="1200">
                          <a:solidFill>
                            <a:schemeClr val="tx1"/>
                          </a:solidFill>
                          <a:latin typeface="Calibri" panose="020F0502020204030204" pitchFamily="34" charset="0"/>
                          <a:cs typeface="Calibri" panose="020F0502020204030204" pitchFamily="34" charset="0"/>
                        </a:rPr>
                        <a:t>TEAM NAME</a:t>
                      </a:r>
                      <a:endParaRPr lang="en-US" sz="1600" b="1" i="0" kern="1200">
                        <a:solidFill>
                          <a:schemeClr val="tx1"/>
                        </a:solidFill>
                        <a:latin typeface="Calibri" panose="020F0502020204030204" pitchFamily="34" charset="0"/>
                        <a:ea typeface="+mn-ea"/>
                        <a:cs typeface="Calibri" panose="020F050202020403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206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kern="1200">
                          <a:solidFill>
                            <a:schemeClr val="tx1"/>
                          </a:solidFill>
                          <a:latin typeface="Calibri" panose="020F0502020204030204" pitchFamily="34" charset="0"/>
                          <a:cs typeface="Calibri" panose="020F0502020204030204" pitchFamily="34" charset="0"/>
                        </a:rPr>
                        <a:t>TEAM MEMBER NAME</a:t>
                      </a:r>
                      <a:endParaRPr lang="en-US" sz="1600" b="1" i="0" kern="1200">
                        <a:solidFill>
                          <a:schemeClr val="tx1"/>
                        </a:solidFill>
                        <a:latin typeface="Calibri" panose="020F0502020204030204" pitchFamily="34" charset="0"/>
                        <a:ea typeface="+mn-ea"/>
                        <a:cs typeface="Calibri" panose="020F050202020403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206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kern="1200">
                          <a:solidFill>
                            <a:schemeClr val="tx1"/>
                          </a:solidFill>
                          <a:latin typeface="Calibri" panose="020F0502020204030204" pitchFamily="34" charset="0"/>
                          <a:cs typeface="Calibri" panose="020F0502020204030204" pitchFamily="34" charset="0"/>
                        </a:rPr>
                        <a:t>EMAIL ID</a:t>
                      </a:r>
                      <a:endParaRPr lang="en-US" sz="1600" b="1" i="0" kern="1200">
                        <a:solidFill>
                          <a:schemeClr val="tx1"/>
                        </a:solidFill>
                        <a:latin typeface="Calibri" panose="020F0502020204030204" pitchFamily="34" charset="0"/>
                        <a:ea typeface="+mn-ea"/>
                        <a:cs typeface="Calibri" panose="020F050202020403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206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kern="1200" dirty="0">
                          <a:solidFill>
                            <a:schemeClr val="tx1"/>
                          </a:solidFill>
                          <a:latin typeface="Calibri" panose="020F0502020204030204" pitchFamily="34" charset="0"/>
                          <a:cs typeface="Calibri" panose="020F0502020204030204" pitchFamily="34" charset="0"/>
                        </a:rPr>
                        <a:t>DU</a:t>
                      </a:r>
                      <a:endParaRPr lang="en-US" sz="1600" b="1" i="0" kern="1200" dirty="0">
                        <a:solidFill>
                          <a:schemeClr val="tx1"/>
                        </a:solidFill>
                        <a:latin typeface="Calibri" panose="020F0502020204030204" pitchFamily="34" charset="0"/>
                        <a:ea typeface="+mn-ea"/>
                        <a:cs typeface="Calibri" panose="020F050202020403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002060">
                        <a:alpha val="20000"/>
                      </a:srgbClr>
                    </a:solidFill>
                  </a:tcPr>
                </a:tc>
                <a:extLst>
                  <a:ext uri="{0D108BD9-81ED-4DB2-BD59-A6C34878D82A}">
                    <a16:rowId xmlns:a16="http://schemas.microsoft.com/office/drawing/2014/main" val="908647123"/>
                  </a:ext>
                </a:extLst>
              </a:tr>
              <a:tr h="632566">
                <a:tc rowSpan="4">
                  <a:txBody>
                    <a:bodyPr/>
                    <a:lstStyle/>
                    <a:p>
                      <a:pPr marL="0" algn="ctr" rtl="0" eaLnBrk="1" latinLnBrk="0" hangingPunct="1"/>
                      <a:endParaRPr lang="en-US" sz="1800" i="0" kern="1200" dirty="0">
                        <a:solidFill>
                          <a:schemeClr val="tx1"/>
                        </a:solidFill>
                        <a:latin typeface="+mn-lt"/>
                        <a:ea typeface="+mn-ea"/>
                        <a:cs typeface="Arial" panose="020B0604020202020204" pitchFamily="34" charset="0"/>
                      </a:endParaRPr>
                    </a:p>
                    <a:p>
                      <a:pPr marL="0" algn="ctr" rtl="0" eaLnBrk="1" latinLnBrk="0" hangingPunct="1"/>
                      <a:endParaRPr lang="en-US" sz="1800" i="0" kern="1200" dirty="0">
                        <a:solidFill>
                          <a:schemeClr val="tx1"/>
                        </a:solidFill>
                        <a:latin typeface="+mn-lt"/>
                        <a:ea typeface="+mn-ea"/>
                        <a:cs typeface="Arial" panose="020B0604020202020204" pitchFamily="34" charset="0"/>
                      </a:endParaRPr>
                    </a:p>
                    <a:p>
                      <a:pPr marL="0" algn="ctr" rtl="0" eaLnBrk="1" latinLnBrk="0" hangingPunct="1"/>
                      <a:r>
                        <a:rPr lang="en-US" sz="1800" b="1" dirty="0">
                          <a:solidFill>
                            <a:schemeClr val="accent1"/>
                          </a:solidFill>
                          <a:cs typeface="Arial"/>
                        </a:rPr>
                        <a:t>Trust Trailblazers</a:t>
                      </a:r>
                      <a:endParaRPr lang="en-US" sz="1800" i="1" kern="1200" dirty="0">
                        <a:solidFill>
                          <a:schemeClr val="tx1"/>
                        </a:solidFill>
                        <a:latin typeface="+mn-lt"/>
                        <a:ea typeface="+mn-ea"/>
                        <a:cs typeface="Arial" panose="020B060402020202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r>
                        <a:rPr lang="en-US" i="0" dirty="0">
                          <a:solidFill>
                            <a:schemeClr val="tx1"/>
                          </a:solidFill>
                        </a:rPr>
                        <a:t>Abhishek Partap Singh</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t">
                        <a:buNone/>
                      </a:pPr>
                      <a:r>
                        <a:rPr lang="en-US" sz="1600" b="0" i="0" u="sng" strike="noStrike" kern="1200" dirty="0">
                          <a:solidFill>
                            <a:srgbClr val="467886"/>
                          </a:solidFill>
                          <a:effectLst/>
                          <a:latin typeface="Aptos Narrow" panose="020B0004020202020204" pitchFamily="34" charset="0"/>
                          <a:ea typeface="+mn-ea"/>
                          <a:cs typeface="+mn-cs"/>
                          <a:hlinkClick r:id="rId2">
                            <a:extLst>
                              <a:ext uri="{A12FA001-AC4F-418D-AE19-62706E023703}">
                                <ahyp:hlinkClr xmlns:ahyp="http://schemas.microsoft.com/office/drawing/2018/hyperlinkcolor" val="tx"/>
                              </a:ext>
                            </a:extLst>
                          </a:hlinkClick>
                        </a:rPr>
                        <a:t>abhishekpartap.s@infosys.com</a:t>
                      </a:r>
                      <a:br>
                        <a:rPr lang="en-US" sz="1600" b="0" i="0" u="sng" strike="noStrike" kern="1200" dirty="0">
                          <a:solidFill>
                            <a:srgbClr val="467886"/>
                          </a:solidFill>
                          <a:effectLst/>
                          <a:latin typeface="Aptos Narrow" panose="020B0004020202020204" pitchFamily="34" charset="0"/>
                          <a:ea typeface="+mn-ea"/>
                          <a:cs typeface="+mn-cs"/>
                          <a:hlinkClick r:id="rId2">
                            <a:extLst>
                              <a:ext uri="{A12FA001-AC4F-418D-AE19-62706E023703}">
                                <ahyp:hlinkClr xmlns:ahyp="http://schemas.microsoft.com/office/drawing/2018/hyperlinkcolor" val="tx"/>
                              </a:ext>
                            </a:extLst>
                          </a:hlinkClick>
                        </a:rPr>
                      </a:br>
                      <a:br>
                        <a:rPr lang="en-US" sz="1100" b="0" i="0" u="sng" strike="noStrike" dirty="0">
                          <a:solidFill>
                            <a:srgbClr val="467886"/>
                          </a:solidFill>
                          <a:effectLst/>
                          <a:latin typeface="Aptos Narrow" panose="020B0004020202020204" pitchFamily="34" charset="0"/>
                          <a:hlinkClick r:id="rId2"/>
                        </a:rPr>
                      </a:br>
                      <a:endParaRPr lang="en-US" sz="1100" b="0" i="0" u="sng" strike="noStrike" dirty="0">
                        <a:solidFill>
                          <a:srgbClr val="467886"/>
                        </a:solidFill>
                        <a:effectLst/>
                        <a:latin typeface="Aptos Narrow" panose="020B0004020202020204" pitchFamily="34" charset="0"/>
                      </a:endParaRPr>
                    </a:p>
                  </a:txBody>
                  <a:tcPr marL="6350" marR="6350" marT="635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r>
                        <a:rPr lang="en-US" sz="1800" b="0" i="0" kern="1200" dirty="0">
                          <a:solidFill>
                            <a:schemeClr val="tx1"/>
                          </a:solidFill>
                          <a:effectLst/>
                          <a:latin typeface="+mn-lt"/>
                          <a:ea typeface="+mn-ea"/>
                          <a:cs typeface="+mn-cs"/>
                        </a:rPr>
                        <a:t>ORCMW</a:t>
                      </a: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7316120"/>
                  </a:ext>
                </a:extLst>
              </a:tr>
              <a:tr h="469291">
                <a:tc vMerge="1">
                  <a:txBody>
                    <a:bodyPr/>
                    <a:lstStyle/>
                    <a:p>
                      <a:pPr marL="0" algn="l" defTabSz="914400" rtl="0" eaLnBrk="1" latinLnBrk="0" hangingPunct="1"/>
                      <a:endParaRPr lang="en-US" sz="1200" i="1" kern="1200">
                        <a:solidFill>
                          <a:srgbClr val="007DC3"/>
                        </a:solidFill>
                        <a:latin typeface="+mn-lt"/>
                        <a:ea typeface="+mn-ea"/>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t">
                        <a:buNone/>
                      </a:pPr>
                      <a:r>
                        <a:rPr lang="en-US" sz="1800" b="0" i="0" u="none" strike="noStrike" kern="1200" dirty="0">
                          <a:solidFill>
                            <a:schemeClr val="tx1"/>
                          </a:solidFill>
                          <a:effectLst/>
                          <a:latin typeface="+mn-lt"/>
                          <a:ea typeface="+mn-ea"/>
                          <a:cs typeface="+mn-cs"/>
                        </a:rPr>
                        <a:t>Sachin Deshpande</a:t>
                      </a:r>
                      <a:endParaRPr lang="en-US" sz="1100" b="0" i="0" u="none" strike="noStrike" dirty="0">
                        <a:solidFill>
                          <a:srgbClr val="000000"/>
                        </a:solidFill>
                        <a:effectLst/>
                        <a:latin typeface="Aptos Narrow" panose="020B0004020202020204" pitchFamily="34" charset="0"/>
                      </a:endParaRPr>
                    </a:p>
                  </a:txBody>
                  <a:tcPr marL="6350" marR="6350" marT="635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sng" strike="noStrike" dirty="0">
                          <a:solidFill>
                            <a:srgbClr val="467886"/>
                          </a:solidFill>
                          <a:effectLst/>
                          <a:latin typeface="Aptos Narrow" panose="020B0004020202020204" pitchFamily="34" charset="0"/>
                          <a:hlinkClick r:id="rId2"/>
                        </a:rPr>
                        <a:t>sachin_deshpande02@infosys.com</a:t>
                      </a:r>
                      <a:endParaRPr lang="en-US" sz="1600"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7030A0">
                        <a:alpha val="20000"/>
                      </a:srgbClr>
                    </a:solidFill>
                  </a:tcPr>
                </a:tc>
                <a:tc>
                  <a:txBody>
                    <a:bodyPr/>
                    <a:lstStyle/>
                    <a:p>
                      <a:pPr algn="ctr"/>
                      <a:r>
                        <a:rPr lang="en-US" sz="1800" b="0" i="0" kern="1200" dirty="0">
                          <a:solidFill>
                            <a:schemeClr val="tx1"/>
                          </a:solidFill>
                          <a:effectLst/>
                          <a:latin typeface="+mn-lt"/>
                          <a:ea typeface="+mn-ea"/>
                          <a:cs typeface="+mn-cs"/>
                        </a:rPr>
                        <a:t>ORCMW</a:t>
                      </a: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7030A0">
                        <a:alpha val="20000"/>
                      </a:srgbClr>
                    </a:solidFill>
                  </a:tcPr>
                </a:tc>
                <a:extLst>
                  <a:ext uri="{0D108BD9-81ED-4DB2-BD59-A6C34878D82A}">
                    <a16:rowId xmlns:a16="http://schemas.microsoft.com/office/drawing/2014/main" val="3496641921"/>
                  </a:ext>
                </a:extLst>
              </a:tr>
              <a:tr h="504642">
                <a:tc vMerge="1">
                  <a:txBody>
                    <a:bodyPr/>
                    <a:lstStyle/>
                    <a:p>
                      <a:endParaRPr 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Aptos Narrow" panose="020B0004020202020204" pitchFamily="34" charset="0"/>
                        </a:rPr>
                        <a:t>Ashwin </a:t>
                      </a:r>
                      <a:r>
                        <a:rPr lang="en-US" sz="1800" b="0" i="0" u="none" strike="noStrike" kern="1200" dirty="0">
                          <a:solidFill>
                            <a:srgbClr val="000000"/>
                          </a:solidFill>
                          <a:effectLst/>
                          <a:latin typeface="Aptos Narrow" panose="020B0004020202020204" pitchFamily="34" charset="0"/>
                          <a:ea typeface="+mn-ea"/>
                          <a:cs typeface="+mn-cs"/>
                        </a:rPr>
                        <a:t>Deepak</a:t>
                      </a:r>
                      <a:r>
                        <a:rPr lang="en-US" sz="1800" b="0" i="0" u="none" strike="noStrike" dirty="0">
                          <a:solidFill>
                            <a:srgbClr val="000000"/>
                          </a:solidFill>
                          <a:effectLst/>
                          <a:latin typeface="Aptos Narrow" panose="020B0004020202020204" pitchFamily="34" charset="0"/>
                        </a:rPr>
                        <a:t> </a:t>
                      </a:r>
                      <a:r>
                        <a:rPr lang="en-US" sz="1800" b="0" i="0" u="none" strike="noStrike" dirty="0" err="1">
                          <a:solidFill>
                            <a:srgbClr val="000000"/>
                          </a:solidFill>
                          <a:effectLst/>
                          <a:latin typeface="Aptos Narrow" panose="020B0004020202020204" pitchFamily="34" charset="0"/>
                        </a:rPr>
                        <a:t>Kondhalkar</a:t>
                      </a: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0" i="0" u="sng" strike="noStrike" dirty="0">
                          <a:solidFill>
                            <a:srgbClr val="467886"/>
                          </a:solidFill>
                          <a:effectLst/>
                          <a:latin typeface="Aptos Narrow" panose="020B0004020202020204" pitchFamily="34" charset="0"/>
                          <a:hlinkClick r:id="rId2"/>
                        </a:rPr>
                        <a:t>ashwin_kondhalkar@edgeverve.com</a:t>
                      </a:r>
                      <a:endParaRPr lang="en-US" sz="1600"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6178669"/>
                  </a:ext>
                </a:extLst>
              </a:tr>
              <a:tr h="366557">
                <a:tc vMerge="1">
                  <a:txBody>
                    <a:bodyPr/>
                    <a:lstStyle/>
                    <a:p>
                      <a:pPr marL="0" algn="ctr" rtl="0" eaLnBrk="1" latinLnBrk="0" hangingPunct="1"/>
                      <a:endParaRPr lang="en-US" sz="1800" i="1" kern="1200" dirty="0">
                        <a:solidFill>
                          <a:schemeClr val="tx1"/>
                        </a:solidFill>
                        <a:latin typeface="+mn-lt"/>
                        <a:ea typeface="+mn-ea"/>
                        <a:cs typeface="Arial" panose="020B0604020202020204" pitchFamily="34"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endParaRPr lang="en-US" i="0" dirty="0">
                        <a:solidFill>
                          <a:schemeClr val="tx1"/>
                        </a:solidFill>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1350530"/>
                  </a:ext>
                </a:extLst>
              </a:tr>
              <a:tr h="311573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kern="1200" dirty="0">
                          <a:solidFill>
                            <a:schemeClr val="tx1"/>
                          </a:solidFill>
                        </a:rPr>
                        <a:t>Use Case details</a:t>
                      </a:r>
                    </a:p>
                    <a:p>
                      <a:pPr marL="0" algn="ctr" defTabSz="914400" rtl="0" eaLnBrk="1" latinLnBrk="0" hangingPunct="1"/>
                      <a:endParaRPr lang="en-US" sz="1200" i="0" kern="1200" dirty="0">
                        <a:solidFill>
                          <a:schemeClr val="tx1"/>
                        </a:solidFill>
                        <a:latin typeface="+mn-lt"/>
                        <a:ea typeface="+mn-ea"/>
                        <a:cs typeface="Arial" panose="020B0604020202020204" pitchFamily="34"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alpha val="20000"/>
                      </a:schemeClr>
                    </a:solidFill>
                  </a:tcPr>
                </a:tc>
                <a:tc gridSpan="3">
                  <a:txBody>
                    <a:bodyPr/>
                    <a:lstStyle/>
                    <a:p>
                      <a:pPr algn="l"/>
                      <a:r>
                        <a:rPr lang="en-US" dirty="0"/>
                        <a:t>Use Case: Land document fraud detection and verification</a:t>
                      </a:r>
                    </a:p>
                    <a:p>
                      <a:pPr algn="l"/>
                      <a:endParaRPr lang="en-US" dirty="0"/>
                    </a:p>
                    <a:p>
                      <a:pPr algn="l"/>
                      <a:r>
                        <a:rPr lang="en-US" dirty="0"/>
                        <a:t>Domain: Real Estate</a:t>
                      </a:r>
                    </a:p>
                    <a:p>
                      <a:pPr algn="l"/>
                      <a:endParaRPr lang="en-US" dirty="0"/>
                    </a:p>
                    <a:p>
                      <a:pPr algn="l"/>
                      <a:r>
                        <a:rPr lang="en-US" dirty="0"/>
                        <a:t>Subdomain: Document Verification</a:t>
                      </a:r>
                    </a:p>
                    <a:p>
                      <a:pPr algn="l"/>
                      <a:endParaRPr lang="en-US" dirty="0"/>
                    </a:p>
                    <a:p>
                      <a:pPr algn="l"/>
                      <a:r>
                        <a:rPr lang="en-US" dirty="0"/>
                        <a:t>Use case description: Gen AI Agent to Read and Verify the land documents are compliant with Secure Land-Law Guidelines. The Guidelines can be configured as JSON file. The agents will parse the documents listed in the bundle to verify any known fraud patterns or statutory violations exist in public land records and case law available on the internet.</a:t>
                      </a:r>
                      <a:endParaRPr lang="en-US" sz="1800" i="0" dirty="0">
                        <a:solidFill>
                          <a:schemeClr val="tx1"/>
                        </a:solidFill>
                        <a:highlight>
                          <a:srgbClr val="FFFF00"/>
                        </a:highlight>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alpha val="20000"/>
                      </a:schemeClr>
                    </a:solidFill>
                  </a:tcPr>
                </a:tc>
                <a:tc hMerge="1">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21788627"/>
                  </a:ext>
                </a:extLst>
              </a:tr>
            </a:tbl>
          </a:graphicData>
        </a:graphic>
      </p:graphicFrame>
    </p:spTree>
    <p:extLst>
      <p:ext uri="{BB962C8B-B14F-4D97-AF65-F5344CB8AC3E}">
        <p14:creationId xmlns:p14="http://schemas.microsoft.com/office/powerpoint/2010/main" val="2963837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B821C225-5C4D-4168-90AF-3D263D72CB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67E825B-F72E-3005-A28C-2E59E740BCAE}"/>
              </a:ext>
            </a:extLst>
          </p:cNvPr>
          <p:cNvSpPr>
            <a:spLocks noGrp="1"/>
          </p:cNvSpPr>
          <p:nvPr>
            <p:ph type="title"/>
          </p:nvPr>
        </p:nvSpPr>
        <p:spPr>
          <a:xfrm>
            <a:off x="1024128" y="585216"/>
            <a:ext cx="8018272" cy="1499616"/>
          </a:xfrm>
        </p:spPr>
        <p:txBody>
          <a:bodyPr vert="horz" lIns="91440" tIns="45720" rIns="91440" bIns="45720" rtlCol="0" anchor="ctr">
            <a:normAutofit/>
          </a:bodyPr>
          <a:lstStyle/>
          <a:p>
            <a:r>
              <a:rPr lang="en-US" dirty="0"/>
              <a:t>Solution Design</a:t>
            </a:r>
          </a:p>
        </p:txBody>
      </p:sp>
      <p:sp>
        <p:nvSpPr>
          <p:cNvPr id="3" name="Text Placeholder 2">
            <a:extLst>
              <a:ext uri="{FF2B5EF4-FFF2-40B4-BE49-F238E27FC236}">
                <a16:creationId xmlns:a16="http://schemas.microsoft.com/office/drawing/2014/main" id="{5C99AF65-3BF3-8B7E-39D8-8BEA070BDA87}"/>
              </a:ext>
            </a:extLst>
          </p:cNvPr>
          <p:cNvSpPr>
            <a:spLocks noGrp="1"/>
          </p:cNvSpPr>
          <p:nvPr>
            <p:ph type="body" idx="1"/>
          </p:nvPr>
        </p:nvSpPr>
        <p:spPr>
          <a:xfrm>
            <a:off x="762000" y="2084832"/>
            <a:ext cx="8741229" cy="4187952"/>
          </a:xfrm>
        </p:spPr>
        <p:txBody>
          <a:bodyPr vert="horz" lIns="45720" tIns="45720" rIns="45720" bIns="45720" rtlCol="0">
            <a:normAutofit lnSpcReduction="10000"/>
          </a:bodyPr>
          <a:lstStyle/>
          <a:p>
            <a:r>
              <a:rPr lang="en-US" sz="1800" b="1" dirty="0"/>
              <a:t>Orchestrator</a:t>
            </a:r>
            <a:r>
              <a:rPr lang="en-US" sz="1800" dirty="0"/>
              <a:t>: a backend that takes the documents and runs the four AI agents in order</a:t>
            </a:r>
          </a:p>
          <a:p>
            <a:r>
              <a:rPr lang="en-US" sz="1800" b="1" dirty="0"/>
              <a:t>Parser Agent</a:t>
            </a:r>
            <a:r>
              <a:rPr lang="en-US" sz="1800" dirty="0"/>
              <a:t>: reads each PDF and pulls out names, area, dates, stamp duty and registration details</a:t>
            </a:r>
          </a:p>
          <a:p>
            <a:r>
              <a:rPr lang="en-US" sz="1800" b="1" dirty="0"/>
              <a:t>Legal Agent</a:t>
            </a:r>
            <a:r>
              <a:rPr lang="en-US" sz="1800" dirty="0"/>
              <a:t>: checks if the documents follow Indian land law and flags any non-compliance</a:t>
            </a:r>
          </a:p>
          <a:p>
            <a:r>
              <a:rPr lang="en-US" sz="1800" b="1" dirty="0"/>
              <a:t>Fraud Agent: </a:t>
            </a:r>
            <a:r>
              <a:rPr lang="en-US" sz="1800" dirty="0"/>
              <a:t>looks for red flags like name mismatches, broken ownership chains and undervaluation</a:t>
            </a:r>
          </a:p>
          <a:p>
            <a:r>
              <a:rPr lang="en-US" sz="1800" b="1" dirty="0"/>
              <a:t>Report Agent</a:t>
            </a:r>
            <a:r>
              <a:rPr lang="en-US" sz="1800" dirty="0"/>
              <a:t>: combines all findings into a short summary with a severity grade and next steps</a:t>
            </a:r>
          </a:p>
          <a:p>
            <a:r>
              <a:rPr lang="en-US" sz="1800" b="1" dirty="0"/>
              <a:t>Frontend</a:t>
            </a:r>
            <a:r>
              <a:rPr lang="en-US" sz="1800" dirty="0"/>
              <a:t>: a simple web app that shows live progress and the final report, secured by Firebase login</a:t>
            </a:r>
          </a:p>
          <a:p>
            <a:r>
              <a:rPr lang="en-US" sz="1800" b="1" dirty="0"/>
              <a:t>Storage</a:t>
            </a:r>
            <a:r>
              <a:rPr lang="en-US" sz="1800" dirty="0"/>
              <a:t>: documents in Cloud Storage, results and audit trail in </a:t>
            </a:r>
            <a:r>
              <a:rPr lang="en-US" sz="1800" dirty="0" err="1"/>
              <a:t>Firestore</a:t>
            </a:r>
            <a:endParaRPr lang="en-US" sz="1800" dirty="0"/>
          </a:p>
          <a:p>
            <a:r>
              <a:rPr lang="en-US" sz="1800" dirty="0"/>
              <a:t>Everything is monitored: logs, latency and errors are tracked in Google Cloud Monitoring</a:t>
            </a:r>
          </a:p>
        </p:txBody>
      </p:sp>
      <p:sp>
        <p:nvSpPr>
          <p:cNvPr id="15" name="Rectangle 14">
            <a:extLst>
              <a:ext uri="{FF2B5EF4-FFF2-40B4-BE49-F238E27FC236}">
                <a16:creationId xmlns:a16="http://schemas.microsoft.com/office/drawing/2014/main" id="{77D7B666-D5E6-48CE-B26A-FB5E5C34A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325601"/>
            <a:ext cx="2286920" cy="39080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F6EE670A-A41A-44AD-BC1C-2090365EB5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83348" y="4394539"/>
            <a:ext cx="2286920" cy="2029724"/>
          </a:xfrm>
          <a:prstGeom prst="rect">
            <a:avLst/>
          </a:prstGeom>
          <a:solidFill>
            <a:schemeClr val="tx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550C6AA-03C6-D815-E8DD-369294587E1E}"/>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112257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ACFB7-70DA-1DCD-360C-5CBCF48C2498}"/>
              </a:ext>
            </a:extLst>
          </p:cNvPr>
          <p:cNvSpPr>
            <a:spLocks noGrp="1"/>
          </p:cNvSpPr>
          <p:nvPr>
            <p:ph type="title"/>
          </p:nvPr>
        </p:nvSpPr>
        <p:spPr>
          <a:xfrm>
            <a:off x="1024128" y="827314"/>
            <a:ext cx="8675043" cy="960763"/>
          </a:xfrm>
        </p:spPr>
        <p:txBody>
          <a:bodyPr>
            <a:normAutofit/>
          </a:bodyPr>
          <a:lstStyle/>
          <a:p>
            <a:r>
              <a:rPr lang="en-US" sz="5400" dirty="0">
                <a:latin typeface="Calibri" panose="020F0502020204030204" pitchFamily="34" charset="0"/>
              </a:rPr>
              <a:t>Solution Architecture</a:t>
            </a:r>
          </a:p>
        </p:txBody>
      </p:sp>
      <p:sp>
        <p:nvSpPr>
          <p:cNvPr id="3" name="Rectangle: Rounded Corners 2">
            <a:extLst>
              <a:ext uri="{FF2B5EF4-FFF2-40B4-BE49-F238E27FC236}">
                <a16:creationId xmlns:a16="http://schemas.microsoft.com/office/drawing/2014/main" id="{E6CD40AB-5B64-0C44-75B4-E17F164FE59B}"/>
              </a:ext>
            </a:extLst>
          </p:cNvPr>
          <p:cNvSpPr/>
          <p:nvPr/>
        </p:nvSpPr>
        <p:spPr>
          <a:xfrm>
            <a:off x="762000" y="1915886"/>
            <a:ext cx="11027228" cy="806871"/>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25400" rIns="50800" bIns="25400" rtlCol="0" anchor="ctr"/>
          <a:lstStyle/>
          <a:p>
            <a:r>
              <a:rPr lang="en-US" sz="1600" dirty="0">
                <a:solidFill>
                  <a:srgbClr val="102A43"/>
                </a:solidFill>
                <a:latin typeface="Calibri" panose="020F0502020204030204" pitchFamily="34" charset="0"/>
              </a:rPr>
              <a:t>PRESENTATION</a:t>
            </a:r>
          </a:p>
          <a:p>
            <a:r>
              <a:rPr lang="en-US" sz="1600" dirty="0">
                <a:solidFill>
                  <a:srgbClr val="102A43"/>
                </a:solidFill>
                <a:latin typeface="Calibri" panose="020F0502020204030204" pitchFamily="34" charset="0"/>
              </a:rPr>
              <a:t>Next.js web app on Cloud Run - login, upload, live progress, final report</a:t>
            </a:r>
          </a:p>
        </p:txBody>
      </p:sp>
      <p:sp>
        <p:nvSpPr>
          <p:cNvPr id="4" name="Rectangle: Rounded Corners 3">
            <a:extLst>
              <a:ext uri="{FF2B5EF4-FFF2-40B4-BE49-F238E27FC236}">
                <a16:creationId xmlns:a16="http://schemas.microsoft.com/office/drawing/2014/main" id="{2A0C2F08-399A-39AA-D5B0-911C70858CAF}"/>
              </a:ext>
            </a:extLst>
          </p:cNvPr>
          <p:cNvSpPr/>
          <p:nvPr/>
        </p:nvSpPr>
        <p:spPr>
          <a:xfrm>
            <a:off x="762000" y="2850566"/>
            <a:ext cx="11027228" cy="806871"/>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25400" rIns="50800" bIns="25400" rtlCol="0" anchor="ctr"/>
          <a:lstStyle/>
          <a:p>
            <a:r>
              <a:rPr lang="en-US" sz="1600" dirty="0">
                <a:solidFill>
                  <a:srgbClr val="102A43"/>
                </a:solidFill>
                <a:latin typeface="Calibri" panose="020F0502020204030204" pitchFamily="34" charset="0"/>
              </a:rPr>
              <a:t>ORCHESTRATION</a:t>
            </a:r>
          </a:p>
          <a:p>
            <a:r>
              <a:rPr lang="en-US" sz="1600" dirty="0" err="1">
                <a:solidFill>
                  <a:srgbClr val="102A43"/>
                </a:solidFill>
                <a:latin typeface="Calibri" panose="020F0502020204030204" pitchFamily="34" charset="0"/>
              </a:rPr>
              <a:t>FastAPI</a:t>
            </a:r>
            <a:r>
              <a:rPr lang="en-US" sz="1600" dirty="0">
                <a:solidFill>
                  <a:srgbClr val="102A43"/>
                </a:solidFill>
                <a:latin typeface="Calibri" panose="020F0502020204030204" pitchFamily="34" charset="0"/>
              </a:rPr>
              <a:t> backend on Cloud Run - runs the agents, streams progress, saves results</a:t>
            </a:r>
          </a:p>
        </p:txBody>
      </p:sp>
      <p:sp>
        <p:nvSpPr>
          <p:cNvPr id="5" name="Rectangle: Rounded Corners 4">
            <a:extLst>
              <a:ext uri="{FF2B5EF4-FFF2-40B4-BE49-F238E27FC236}">
                <a16:creationId xmlns:a16="http://schemas.microsoft.com/office/drawing/2014/main" id="{C10A160D-A6FA-D493-4CF6-AB6FEE4A975F}"/>
              </a:ext>
            </a:extLst>
          </p:cNvPr>
          <p:cNvSpPr/>
          <p:nvPr/>
        </p:nvSpPr>
        <p:spPr>
          <a:xfrm>
            <a:off x="762000" y="3818812"/>
            <a:ext cx="11027228" cy="1613743"/>
          </a:xfrm>
          <a:prstGeom prst="roundRect">
            <a:avLst/>
          </a:prstGeom>
          <a:solidFill>
            <a:srgbClr val="FAF3DD"/>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101600" rIns="50800" bIns="25400" rtlCol="0" anchor="t"/>
          <a:lstStyle/>
          <a:p>
            <a:r>
              <a:rPr lang="en-US" sz="1600" b="1">
                <a:solidFill>
                  <a:srgbClr val="B8860B"/>
                </a:solidFill>
                <a:latin typeface="Calibri" panose="020F0502020204030204" pitchFamily="34" charset="0"/>
              </a:rPr>
              <a:t>AGENTS (GEMINI 2.5-FLASH)</a:t>
            </a:r>
          </a:p>
        </p:txBody>
      </p:sp>
      <p:sp>
        <p:nvSpPr>
          <p:cNvPr id="6" name="Rectangle: Rounded Corners 5">
            <a:extLst>
              <a:ext uri="{FF2B5EF4-FFF2-40B4-BE49-F238E27FC236}">
                <a16:creationId xmlns:a16="http://schemas.microsoft.com/office/drawing/2014/main" id="{F37E7E6D-0178-600E-8921-E109CE594CDF}"/>
              </a:ext>
            </a:extLst>
          </p:cNvPr>
          <p:cNvSpPr/>
          <p:nvPr/>
        </p:nvSpPr>
        <p:spPr>
          <a:xfrm>
            <a:off x="1012619" y="4335209"/>
            <a:ext cx="2506188" cy="903696"/>
          </a:xfrm>
          <a:prstGeom prst="roundRect">
            <a:avLst/>
          </a:prstGeom>
          <a:solidFill>
            <a:srgbClr val="FFFFFF"/>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Parser</a:t>
            </a:r>
          </a:p>
          <a:p>
            <a:pPr algn="ctr"/>
            <a:r>
              <a:rPr lang="en-US" b="1">
                <a:solidFill>
                  <a:srgbClr val="102A43"/>
                </a:solidFill>
                <a:latin typeface="Calibri" panose="020F0502020204030204" pitchFamily="34" charset="0"/>
              </a:rPr>
              <a:t>Gemini 2.5-flash</a:t>
            </a:r>
          </a:p>
        </p:txBody>
      </p:sp>
      <p:sp>
        <p:nvSpPr>
          <p:cNvPr id="7" name="Rectangle: Rounded Corners 6">
            <a:extLst>
              <a:ext uri="{FF2B5EF4-FFF2-40B4-BE49-F238E27FC236}">
                <a16:creationId xmlns:a16="http://schemas.microsoft.com/office/drawing/2014/main" id="{91FAB30E-D6A5-50D1-3402-EABD47436EF2}"/>
              </a:ext>
            </a:extLst>
          </p:cNvPr>
          <p:cNvSpPr/>
          <p:nvPr/>
        </p:nvSpPr>
        <p:spPr>
          <a:xfrm>
            <a:off x="3644116" y="4335209"/>
            <a:ext cx="2506188" cy="903696"/>
          </a:xfrm>
          <a:prstGeom prst="roundRect">
            <a:avLst/>
          </a:prstGeom>
          <a:solidFill>
            <a:srgbClr val="FFFFFF"/>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Legal Rules</a:t>
            </a:r>
          </a:p>
          <a:p>
            <a:pPr algn="ctr"/>
            <a:r>
              <a:rPr lang="en-US" b="1">
                <a:solidFill>
                  <a:srgbClr val="102A43"/>
                </a:solidFill>
                <a:latin typeface="Calibri" panose="020F0502020204030204" pitchFamily="34" charset="0"/>
              </a:rPr>
              <a:t>Gemini 2.5-flash</a:t>
            </a:r>
          </a:p>
        </p:txBody>
      </p:sp>
      <p:sp>
        <p:nvSpPr>
          <p:cNvPr id="8" name="Rectangle: Rounded Corners 7">
            <a:extLst>
              <a:ext uri="{FF2B5EF4-FFF2-40B4-BE49-F238E27FC236}">
                <a16:creationId xmlns:a16="http://schemas.microsoft.com/office/drawing/2014/main" id="{A659EFAF-C565-C93E-AA21-CE7B224C303E}"/>
              </a:ext>
            </a:extLst>
          </p:cNvPr>
          <p:cNvSpPr/>
          <p:nvPr/>
        </p:nvSpPr>
        <p:spPr>
          <a:xfrm>
            <a:off x="6275614" y="4335209"/>
            <a:ext cx="2506188" cy="903696"/>
          </a:xfrm>
          <a:prstGeom prst="roundRect">
            <a:avLst/>
          </a:prstGeom>
          <a:solidFill>
            <a:srgbClr val="FFFFFF"/>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Fraud Detection</a:t>
            </a:r>
          </a:p>
          <a:p>
            <a:pPr algn="ctr"/>
            <a:r>
              <a:rPr lang="en-US" b="1">
                <a:solidFill>
                  <a:srgbClr val="102A43"/>
                </a:solidFill>
                <a:latin typeface="Calibri" panose="020F0502020204030204" pitchFamily="34" charset="0"/>
              </a:rPr>
              <a:t>Gemini 2.5-flash</a:t>
            </a:r>
          </a:p>
        </p:txBody>
      </p:sp>
      <p:sp>
        <p:nvSpPr>
          <p:cNvPr id="9" name="Rectangle: Rounded Corners 8">
            <a:extLst>
              <a:ext uri="{FF2B5EF4-FFF2-40B4-BE49-F238E27FC236}">
                <a16:creationId xmlns:a16="http://schemas.microsoft.com/office/drawing/2014/main" id="{0E06A8F4-A78B-3F5C-7964-17A9152A47A0}"/>
              </a:ext>
            </a:extLst>
          </p:cNvPr>
          <p:cNvSpPr/>
          <p:nvPr/>
        </p:nvSpPr>
        <p:spPr>
          <a:xfrm>
            <a:off x="8907112" y="4335209"/>
            <a:ext cx="2506188" cy="903696"/>
          </a:xfrm>
          <a:prstGeom prst="roundRect">
            <a:avLst/>
          </a:prstGeom>
          <a:solidFill>
            <a:srgbClr val="FFFFFF"/>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Report</a:t>
            </a:r>
          </a:p>
          <a:p>
            <a:pPr algn="ctr"/>
            <a:r>
              <a:rPr lang="en-US" b="1">
                <a:solidFill>
                  <a:srgbClr val="102A43"/>
                </a:solidFill>
                <a:latin typeface="Calibri" panose="020F0502020204030204" pitchFamily="34" charset="0"/>
              </a:rPr>
              <a:t>Gemini 2.5-flash</a:t>
            </a:r>
          </a:p>
        </p:txBody>
      </p:sp>
      <p:sp>
        <p:nvSpPr>
          <p:cNvPr id="10" name="Rectangle: Rounded Corners 9">
            <a:extLst>
              <a:ext uri="{FF2B5EF4-FFF2-40B4-BE49-F238E27FC236}">
                <a16:creationId xmlns:a16="http://schemas.microsoft.com/office/drawing/2014/main" id="{63FE0091-EBAC-6A46-F1E6-FC85D2D91068}"/>
              </a:ext>
            </a:extLst>
          </p:cNvPr>
          <p:cNvSpPr/>
          <p:nvPr/>
        </p:nvSpPr>
        <p:spPr>
          <a:xfrm>
            <a:off x="762000" y="5593929"/>
            <a:ext cx="5262995" cy="806871"/>
          </a:xfrm>
          <a:prstGeom prst="roundRect">
            <a:avLst/>
          </a:prstGeom>
          <a:solidFill>
            <a:srgbClr val="F0F4F8"/>
          </a:solidFill>
          <a:ln w="9525">
            <a:solidFill>
              <a:srgbClr val="B8C8D4"/>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25400" rIns="50800" bIns="25400" rtlCol="0" anchor="ctr"/>
          <a:lstStyle/>
          <a:p>
            <a:r>
              <a:rPr lang="en-US" sz="1600">
                <a:solidFill>
                  <a:srgbClr val="102A43"/>
                </a:solidFill>
                <a:latin typeface="Calibri" panose="020F0502020204030204" pitchFamily="34" charset="0"/>
              </a:rPr>
              <a:t>DATA</a:t>
            </a:r>
          </a:p>
          <a:p>
            <a:r>
              <a:rPr lang="en-US" sz="1600">
                <a:solidFill>
                  <a:srgbClr val="102A43"/>
                </a:solidFill>
                <a:latin typeface="Calibri" panose="020F0502020204030204" pitchFamily="34" charset="0"/>
              </a:rPr>
              <a:t>Cloud Storage for PDFs - Firestore for results and audit log</a:t>
            </a:r>
          </a:p>
        </p:txBody>
      </p:sp>
      <p:sp>
        <p:nvSpPr>
          <p:cNvPr id="11" name="Rectangle: Rounded Corners 10">
            <a:extLst>
              <a:ext uri="{FF2B5EF4-FFF2-40B4-BE49-F238E27FC236}">
                <a16:creationId xmlns:a16="http://schemas.microsoft.com/office/drawing/2014/main" id="{1BAA3400-EDBD-28F8-4BD8-9DCDEB51DBBA}"/>
              </a:ext>
            </a:extLst>
          </p:cNvPr>
          <p:cNvSpPr/>
          <p:nvPr/>
        </p:nvSpPr>
        <p:spPr>
          <a:xfrm>
            <a:off x="6526233" y="5593929"/>
            <a:ext cx="5262995" cy="806871"/>
          </a:xfrm>
          <a:prstGeom prst="roundRect">
            <a:avLst/>
          </a:prstGeom>
          <a:solidFill>
            <a:srgbClr val="E6EDF3"/>
          </a:solidFill>
          <a:ln w="9525">
            <a:solidFill>
              <a:srgbClr val="C8D5DE"/>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25400" rIns="50800" bIns="25400" rtlCol="0" anchor="ctr"/>
          <a:lstStyle/>
          <a:p>
            <a:r>
              <a:rPr lang="en-US" sz="1600" dirty="0">
                <a:solidFill>
                  <a:srgbClr val="102A43"/>
                </a:solidFill>
                <a:latin typeface="Calibri" panose="020F0502020204030204" pitchFamily="34" charset="0"/>
              </a:rPr>
              <a:t>SECURITY and OPERATIONS</a:t>
            </a:r>
          </a:p>
          <a:p>
            <a:r>
              <a:rPr lang="en-US" sz="1600" dirty="0">
                <a:solidFill>
                  <a:srgbClr val="102A43"/>
                </a:solidFill>
                <a:latin typeface="Calibri" panose="020F0502020204030204" pitchFamily="34" charset="0"/>
              </a:rPr>
              <a:t>Logging, Monitoring, IAM, Secret Manager, Artifact Registry</a:t>
            </a:r>
          </a:p>
        </p:txBody>
      </p:sp>
      <p:pic>
        <p:nvPicPr>
          <p:cNvPr id="15" name="Picture 14">
            <a:extLst>
              <a:ext uri="{FF2B5EF4-FFF2-40B4-BE49-F238E27FC236}">
                <a16:creationId xmlns:a16="http://schemas.microsoft.com/office/drawing/2014/main" id="{43411EB3-19F5-BA62-9CC2-137C7EE14B84}"/>
              </a:ext>
            </a:extLst>
          </p:cNvPr>
          <p:cNvPicPr>
            <a:picLocks noChangeAspect="1"/>
          </p:cNvPicPr>
          <p:nvPr/>
        </p:nvPicPr>
        <p:blipFill>
          <a:blip r:embed="rId2"/>
          <a:stretch>
            <a:fillRect/>
          </a:stretch>
        </p:blipFill>
        <p:spPr>
          <a:xfrm>
            <a:off x="48986" y="-251592"/>
            <a:ext cx="12094028" cy="7087821"/>
          </a:xfrm>
          <a:prstGeom prst="rect">
            <a:avLst/>
          </a:prstGeom>
        </p:spPr>
      </p:pic>
    </p:spTree>
    <p:extLst>
      <p:ext uri="{BB962C8B-B14F-4D97-AF65-F5344CB8AC3E}">
        <p14:creationId xmlns:p14="http://schemas.microsoft.com/office/powerpoint/2010/main" val="32650473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8168E-9A6F-2B24-6A17-F8647DD69BF1}"/>
              </a:ext>
            </a:extLst>
          </p:cNvPr>
          <p:cNvSpPr>
            <a:spLocks noGrp="1"/>
          </p:cNvSpPr>
          <p:nvPr>
            <p:ph type="title"/>
          </p:nvPr>
        </p:nvSpPr>
        <p:spPr/>
        <p:txBody>
          <a:bodyPr/>
          <a:lstStyle/>
          <a:p>
            <a:r>
              <a:rPr lang="en-US">
                <a:latin typeface="Calibri" panose="020F0502020204030204" pitchFamily="34" charset="0"/>
              </a:rPr>
              <a:t>Data Flow</a:t>
            </a:r>
          </a:p>
        </p:txBody>
      </p:sp>
      <p:graphicFrame>
        <p:nvGraphicFramePr>
          <p:cNvPr id="5" name="Text Placeholder 2">
            <a:extLst>
              <a:ext uri="{FF2B5EF4-FFF2-40B4-BE49-F238E27FC236}">
                <a16:creationId xmlns:a16="http://schemas.microsoft.com/office/drawing/2014/main" id="{A29965EF-185C-603E-78E8-A7BEFD2594EC}"/>
              </a:ext>
            </a:extLst>
          </p:cNvPr>
          <p:cNvGraphicFramePr/>
          <p:nvPr>
            <p:extLst>
              <p:ext uri="{D42A27DB-BD31-4B8C-83A1-F6EECF244321}">
                <p14:modId xmlns:p14="http://schemas.microsoft.com/office/powerpoint/2010/main" val="2844055431"/>
              </p:ext>
            </p:extLst>
          </p:nvPr>
        </p:nvGraphicFramePr>
        <p:xfrm>
          <a:off x="1024128" y="1687286"/>
          <a:ext cx="10634472" cy="46220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a:extLst>
              <a:ext uri="{FF2B5EF4-FFF2-40B4-BE49-F238E27FC236}">
                <a16:creationId xmlns:a16="http://schemas.microsoft.com/office/drawing/2014/main" id="{FF67111B-513F-9610-5987-4F14C3B32E29}"/>
              </a:ext>
            </a:extLst>
          </p:cNvPr>
          <p:cNvPicPr>
            <a:picLocks noChangeAspect="1"/>
          </p:cNvPicPr>
          <p:nvPr/>
        </p:nvPicPr>
        <p:blipFill>
          <a:blip r:embed="rId7"/>
          <a:stretch>
            <a:fillRect/>
          </a:stretch>
        </p:blipFill>
        <p:spPr>
          <a:xfrm>
            <a:off x="3239" y="0"/>
            <a:ext cx="12185522" cy="6858000"/>
          </a:xfrm>
          <a:prstGeom prst="rect">
            <a:avLst/>
          </a:prstGeom>
        </p:spPr>
      </p:pic>
    </p:spTree>
    <p:extLst>
      <p:ext uri="{BB962C8B-B14F-4D97-AF65-F5344CB8AC3E}">
        <p14:creationId xmlns:p14="http://schemas.microsoft.com/office/powerpoint/2010/main" val="35288677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00DBD-1325-1D11-FFB0-76F5A4645AE1}"/>
              </a:ext>
            </a:extLst>
          </p:cNvPr>
          <p:cNvSpPr>
            <a:spLocks noGrp="1"/>
          </p:cNvSpPr>
          <p:nvPr>
            <p:ph type="title"/>
          </p:nvPr>
        </p:nvSpPr>
        <p:spPr>
          <a:xfrm>
            <a:off x="915271" y="772142"/>
            <a:ext cx="7771529" cy="1140376"/>
          </a:xfrm>
        </p:spPr>
        <p:txBody>
          <a:bodyPr>
            <a:normAutofit/>
          </a:bodyPr>
          <a:lstStyle/>
          <a:p>
            <a:r>
              <a:rPr lang="en-US" sz="4800" dirty="0">
                <a:latin typeface="Calibri" panose="020F0502020204030204" pitchFamily="34" charset="0"/>
              </a:rPr>
              <a:t>Flow Diagram</a:t>
            </a:r>
          </a:p>
        </p:txBody>
      </p:sp>
      <p:sp>
        <p:nvSpPr>
          <p:cNvPr id="3" name="Rectangle: Rounded Corners 2">
            <a:extLst>
              <a:ext uri="{FF2B5EF4-FFF2-40B4-BE49-F238E27FC236}">
                <a16:creationId xmlns:a16="http://schemas.microsoft.com/office/drawing/2014/main" id="{6E7067C4-25E0-15E5-A7D6-C3D22053718F}"/>
              </a:ext>
            </a:extLst>
          </p:cNvPr>
          <p:cNvSpPr/>
          <p:nvPr/>
        </p:nvSpPr>
        <p:spPr>
          <a:xfrm>
            <a:off x="587828" y="2068286"/>
            <a:ext cx="1878376" cy="872298"/>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F3A5F"/>
                </a:solidFill>
                <a:latin typeface="Calibri" panose="020F0502020204030204" pitchFamily="34" charset="0"/>
              </a:rPr>
              <a:t>User</a:t>
            </a:r>
          </a:p>
          <a:p>
            <a:pPr algn="ctr"/>
            <a:r>
              <a:rPr lang="en-US" b="1">
                <a:solidFill>
                  <a:srgbClr val="1F3A5F"/>
                </a:solidFill>
                <a:latin typeface="Calibri" panose="020F0502020204030204" pitchFamily="34" charset="0"/>
              </a:rPr>
              <a:t>Browser</a:t>
            </a:r>
          </a:p>
        </p:txBody>
      </p:sp>
      <p:sp>
        <p:nvSpPr>
          <p:cNvPr id="4" name="Rectangle: Rounded Corners 3">
            <a:extLst>
              <a:ext uri="{FF2B5EF4-FFF2-40B4-BE49-F238E27FC236}">
                <a16:creationId xmlns:a16="http://schemas.microsoft.com/office/drawing/2014/main" id="{B0C7447C-B28C-ED91-6859-FD7553678200}"/>
              </a:ext>
            </a:extLst>
          </p:cNvPr>
          <p:cNvSpPr/>
          <p:nvPr/>
        </p:nvSpPr>
        <p:spPr>
          <a:xfrm>
            <a:off x="2801628" y="2068286"/>
            <a:ext cx="1878376" cy="872298"/>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F3A5F"/>
                </a:solidFill>
                <a:latin typeface="Calibri" panose="020F0502020204030204" pitchFamily="34" charset="0"/>
              </a:rPr>
              <a:t>Frontend</a:t>
            </a:r>
          </a:p>
          <a:p>
            <a:pPr algn="ctr"/>
            <a:r>
              <a:rPr lang="en-US" b="1">
                <a:solidFill>
                  <a:srgbClr val="1F3A5F"/>
                </a:solidFill>
                <a:latin typeface="Calibri" panose="020F0502020204030204" pitchFamily="34" charset="0"/>
              </a:rPr>
              <a:t>Next.js on Cloud Run</a:t>
            </a:r>
          </a:p>
        </p:txBody>
      </p:sp>
      <p:sp>
        <p:nvSpPr>
          <p:cNvPr id="5" name="Rectangle: Rounded Corners 4">
            <a:extLst>
              <a:ext uri="{FF2B5EF4-FFF2-40B4-BE49-F238E27FC236}">
                <a16:creationId xmlns:a16="http://schemas.microsoft.com/office/drawing/2014/main" id="{68A3CF10-786C-BB3E-DE94-D3DAB8C2D92B}"/>
              </a:ext>
            </a:extLst>
          </p:cNvPr>
          <p:cNvSpPr/>
          <p:nvPr/>
        </p:nvSpPr>
        <p:spPr>
          <a:xfrm>
            <a:off x="5015428" y="2068286"/>
            <a:ext cx="1878376" cy="872298"/>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Backend</a:t>
            </a:r>
          </a:p>
          <a:p>
            <a:pPr algn="ctr"/>
            <a:r>
              <a:rPr lang="en-US" b="1">
                <a:solidFill>
                  <a:srgbClr val="102A43"/>
                </a:solidFill>
                <a:latin typeface="Calibri" panose="020F0502020204030204" pitchFamily="34" charset="0"/>
              </a:rPr>
              <a:t>FastAPI on Cloud Run</a:t>
            </a:r>
          </a:p>
        </p:txBody>
      </p:sp>
      <p:sp>
        <p:nvSpPr>
          <p:cNvPr id="6" name="Rectangle: Rounded Corners 5">
            <a:extLst>
              <a:ext uri="{FF2B5EF4-FFF2-40B4-BE49-F238E27FC236}">
                <a16:creationId xmlns:a16="http://schemas.microsoft.com/office/drawing/2014/main" id="{DE675D81-7009-C592-9737-03262BC4CB87}"/>
              </a:ext>
            </a:extLst>
          </p:cNvPr>
          <p:cNvSpPr/>
          <p:nvPr/>
        </p:nvSpPr>
        <p:spPr>
          <a:xfrm>
            <a:off x="7229228" y="2068286"/>
            <a:ext cx="1878376" cy="872298"/>
          </a:xfrm>
          <a:prstGeom prst="roundRect">
            <a:avLst/>
          </a:prstGeom>
          <a:solidFill>
            <a:srgbClr val="F0F4F8"/>
          </a:solidFill>
          <a:ln w="9525">
            <a:solidFill>
              <a:srgbClr val="B8C8D4"/>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Documents</a:t>
            </a:r>
          </a:p>
          <a:p>
            <a:pPr algn="ctr"/>
            <a:r>
              <a:rPr lang="en-US" b="1">
                <a:solidFill>
                  <a:srgbClr val="102A43"/>
                </a:solidFill>
                <a:latin typeface="Calibri" panose="020F0502020204030204" pitchFamily="34" charset="0"/>
              </a:rPr>
              <a:t>Cloud Storage</a:t>
            </a:r>
          </a:p>
        </p:txBody>
      </p:sp>
      <p:sp>
        <p:nvSpPr>
          <p:cNvPr id="7" name="Rectangle: Rounded Corners 6">
            <a:extLst>
              <a:ext uri="{FF2B5EF4-FFF2-40B4-BE49-F238E27FC236}">
                <a16:creationId xmlns:a16="http://schemas.microsoft.com/office/drawing/2014/main" id="{079E90C0-4D68-535B-5CFC-C745710AC187}"/>
              </a:ext>
            </a:extLst>
          </p:cNvPr>
          <p:cNvSpPr/>
          <p:nvPr/>
        </p:nvSpPr>
        <p:spPr>
          <a:xfrm>
            <a:off x="9443028" y="2068286"/>
            <a:ext cx="1878376" cy="872298"/>
          </a:xfrm>
          <a:prstGeom prst="roundRect">
            <a:avLst/>
          </a:prstGeom>
          <a:solidFill>
            <a:srgbClr val="F0F4F8"/>
          </a:solidFill>
          <a:ln w="9525">
            <a:solidFill>
              <a:srgbClr val="B8C8D4"/>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Results</a:t>
            </a:r>
          </a:p>
          <a:p>
            <a:pPr algn="ctr"/>
            <a:r>
              <a:rPr lang="en-US" b="1">
                <a:solidFill>
                  <a:srgbClr val="102A43"/>
                </a:solidFill>
                <a:latin typeface="Calibri" panose="020F0502020204030204" pitchFamily="34" charset="0"/>
              </a:rPr>
              <a:t>Firestore</a:t>
            </a:r>
          </a:p>
        </p:txBody>
      </p:sp>
      <p:cxnSp>
        <p:nvCxnSpPr>
          <p:cNvPr id="8" name="Straight Arrow Connector 7">
            <a:extLst>
              <a:ext uri="{FF2B5EF4-FFF2-40B4-BE49-F238E27FC236}">
                <a16:creationId xmlns:a16="http://schemas.microsoft.com/office/drawing/2014/main" id="{2273594E-22A1-FF2D-5F4F-1FE1F9728925}"/>
              </a:ext>
            </a:extLst>
          </p:cNvPr>
          <p:cNvCxnSpPr/>
          <p:nvPr/>
        </p:nvCxnSpPr>
        <p:spPr>
          <a:xfrm>
            <a:off x="2466204" y="2504435"/>
            <a:ext cx="335424" cy="0"/>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0E800C4-BDCC-0306-2EFC-F27390E48B31}"/>
              </a:ext>
            </a:extLst>
          </p:cNvPr>
          <p:cNvCxnSpPr/>
          <p:nvPr/>
        </p:nvCxnSpPr>
        <p:spPr>
          <a:xfrm>
            <a:off x="4680004" y="2504435"/>
            <a:ext cx="335424" cy="0"/>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DD165C0-ECDD-65B6-5F10-820921425FE2}"/>
              </a:ext>
            </a:extLst>
          </p:cNvPr>
          <p:cNvCxnSpPr/>
          <p:nvPr/>
        </p:nvCxnSpPr>
        <p:spPr>
          <a:xfrm>
            <a:off x="6893804" y="2504435"/>
            <a:ext cx="335424" cy="0"/>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C310957-AB02-6DF4-4EEA-C812003A284E}"/>
              </a:ext>
            </a:extLst>
          </p:cNvPr>
          <p:cNvCxnSpPr/>
          <p:nvPr/>
        </p:nvCxnSpPr>
        <p:spPr>
          <a:xfrm>
            <a:off x="9107604" y="2504435"/>
            <a:ext cx="335424" cy="0"/>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E773EF23-00BF-1C64-D9BF-1E36EBB9CDB9}"/>
              </a:ext>
            </a:extLst>
          </p:cNvPr>
          <p:cNvCxnSpPr/>
          <p:nvPr/>
        </p:nvCxnSpPr>
        <p:spPr>
          <a:xfrm>
            <a:off x="5954616" y="2940584"/>
            <a:ext cx="0" cy="467302"/>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85F2E8D6-A8EE-BF10-2C3F-8F59349D8F39}"/>
              </a:ext>
            </a:extLst>
          </p:cNvPr>
          <p:cNvSpPr/>
          <p:nvPr/>
        </p:nvSpPr>
        <p:spPr>
          <a:xfrm>
            <a:off x="1258676" y="3485770"/>
            <a:ext cx="2415055" cy="872298"/>
          </a:xfrm>
          <a:prstGeom prst="roundRect">
            <a:avLst/>
          </a:prstGeom>
          <a:solidFill>
            <a:srgbClr val="FAF3DD"/>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Parser Agent</a:t>
            </a:r>
          </a:p>
          <a:p>
            <a:pPr algn="ctr"/>
            <a:r>
              <a:rPr lang="en-US" b="1">
                <a:solidFill>
                  <a:srgbClr val="102A43"/>
                </a:solidFill>
                <a:latin typeface="Calibri" panose="020F0502020204030204" pitchFamily="34" charset="0"/>
              </a:rPr>
              <a:t>Gemini 2.5-flash</a:t>
            </a:r>
          </a:p>
        </p:txBody>
      </p:sp>
      <p:sp>
        <p:nvSpPr>
          <p:cNvPr id="14" name="Rectangle: Rounded Corners 13">
            <a:extLst>
              <a:ext uri="{FF2B5EF4-FFF2-40B4-BE49-F238E27FC236}">
                <a16:creationId xmlns:a16="http://schemas.microsoft.com/office/drawing/2014/main" id="{D2C2DB3F-1A44-0CAC-ED22-3905145B7BE9}"/>
              </a:ext>
            </a:extLst>
          </p:cNvPr>
          <p:cNvSpPr/>
          <p:nvPr/>
        </p:nvSpPr>
        <p:spPr>
          <a:xfrm>
            <a:off x="3942070" y="3485770"/>
            <a:ext cx="2415055" cy="872298"/>
          </a:xfrm>
          <a:prstGeom prst="roundRect">
            <a:avLst/>
          </a:prstGeom>
          <a:solidFill>
            <a:srgbClr val="FAF3DD"/>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Legal Agent</a:t>
            </a:r>
          </a:p>
          <a:p>
            <a:pPr algn="ctr"/>
            <a:r>
              <a:rPr lang="en-US" b="1">
                <a:solidFill>
                  <a:srgbClr val="102A43"/>
                </a:solidFill>
                <a:latin typeface="Calibri" panose="020F0502020204030204" pitchFamily="34" charset="0"/>
              </a:rPr>
              <a:t>Gemini 2.5-flash</a:t>
            </a:r>
          </a:p>
        </p:txBody>
      </p:sp>
      <p:sp>
        <p:nvSpPr>
          <p:cNvPr id="15" name="Rectangle: Rounded Corners 14">
            <a:extLst>
              <a:ext uri="{FF2B5EF4-FFF2-40B4-BE49-F238E27FC236}">
                <a16:creationId xmlns:a16="http://schemas.microsoft.com/office/drawing/2014/main" id="{1A277A21-9B74-254D-F648-CD7C1B8D526F}"/>
              </a:ext>
            </a:extLst>
          </p:cNvPr>
          <p:cNvSpPr/>
          <p:nvPr/>
        </p:nvSpPr>
        <p:spPr>
          <a:xfrm>
            <a:off x="6625464" y="3485770"/>
            <a:ext cx="2415055" cy="872298"/>
          </a:xfrm>
          <a:prstGeom prst="roundRect">
            <a:avLst/>
          </a:prstGeom>
          <a:solidFill>
            <a:srgbClr val="FAF3DD"/>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Fraud Agent</a:t>
            </a:r>
          </a:p>
          <a:p>
            <a:pPr algn="ctr"/>
            <a:r>
              <a:rPr lang="en-US" b="1">
                <a:solidFill>
                  <a:srgbClr val="102A43"/>
                </a:solidFill>
                <a:latin typeface="Calibri" panose="020F0502020204030204" pitchFamily="34" charset="0"/>
              </a:rPr>
              <a:t>Gemini 2.5-flash</a:t>
            </a:r>
          </a:p>
        </p:txBody>
      </p:sp>
      <p:sp>
        <p:nvSpPr>
          <p:cNvPr id="16" name="Rectangle: Rounded Corners 15">
            <a:extLst>
              <a:ext uri="{FF2B5EF4-FFF2-40B4-BE49-F238E27FC236}">
                <a16:creationId xmlns:a16="http://schemas.microsoft.com/office/drawing/2014/main" id="{EDA2943D-369C-7219-35A8-73771D957F14}"/>
              </a:ext>
            </a:extLst>
          </p:cNvPr>
          <p:cNvSpPr/>
          <p:nvPr/>
        </p:nvSpPr>
        <p:spPr>
          <a:xfrm>
            <a:off x="9308858" y="3485770"/>
            <a:ext cx="2415055" cy="872298"/>
          </a:xfrm>
          <a:prstGeom prst="roundRect">
            <a:avLst/>
          </a:prstGeom>
          <a:solidFill>
            <a:srgbClr val="FAF3DD"/>
          </a:solidFill>
          <a:ln w="9525">
            <a:solidFill>
              <a:srgbClr val="DAB86F"/>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02A43"/>
                </a:solidFill>
                <a:latin typeface="Calibri" panose="020F0502020204030204" pitchFamily="34" charset="0"/>
              </a:rPr>
              <a:t>Report Agent</a:t>
            </a:r>
          </a:p>
          <a:p>
            <a:pPr algn="ctr"/>
            <a:r>
              <a:rPr lang="en-US" b="1">
                <a:solidFill>
                  <a:srgbClr val="102A43"/>
                </a:solidFill>
                <a:latin typeface="Calibri" panose="020F0502020204030204" pitchFamily="34" charset="0"/>
              </a:rPr>
              <a:t>Gemini 2.5-flash</a:t>
            </a:r>
          </a:p>
        </p:txBody>
      </p:sp>
      <p:cxnSp>
        <p:nvCxnSpPr>
          <p:cNvPr id="17" name="Straight Arrow Connector 16">
            <a:extLst>
              <a:ext uri="{FF2B5EF4-FFF2-40B4-BE49-F238E27FC236}">
                <a16:creationId xmlns:a16="http://schemas.microsoft.com/office/drawing/2014/main" id="{4EC4C490-5A75-899E-35C5-92A20CA591D2}"/>
              </a:ext>
            </a:extLst>
          </p:cNvPr>
          <p:cNvCxnSpPr/>
          <p:nvPr/>
        </p:nvCxnSpPr>
        <p:spPr>
          <a:xfrm>
            <a:off x="6491295" y="4358068"/>
            <a:ext cx="0" cy="389419"/>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770FA9F0-3283-F6F4-5F78-B34C5B46C580}"/>
              </a:ext>
            </a:extLst>
          </p:cNvPr>
          <p:cNvSpPr/>
          <p:nvPr/>
        </p:nvSpPr>
        <p:spPr>
          <a:xfrm>
            <a:off x="3807901" y="4747487"/>
            <a:ext cx="5366788" cy="778837"/>
          </a:xfrm>
          <a:prstGeom prst="roundRect">
            <a:avLst/>
          </a:prstGeom>
          <a:solidFill>
            <a:srgbClr val="E6EDF3"/>
          </a:solidFill>
          <a:ln w="9525">
            <a:solidFill>
              <a:srgbClr val="C8D5DE"/>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dirty="0">
                <a:solidFill>
                  <a:srgbClr val="102A43"/>
                </a:solidFill>
                <a:latin typeface="Calibri" panose="020F0502020204030204" pitchFamily="34" charset="0"/>
              </a:rPr>
              <a:t>Combine and grade findings</a:t>
            </a:r>
          </a:p>
          <a:p>
            <a:pPr algn="ctr"/>
            <a:r>
              <a:rPr lang="en-US" b="1" dirty="0">
                <a:solidFill>
                  <a:srgbClr val="102A43"/>
                </a:solidFill>
                <a:latin typeface="Calibri" panose="020F0502020204030204" pitchFamily="34" charset="0"/>
              </a:rPr>
              <a:t>deduplicate - severity: Low, Medium, High, Critical</a:t>
            </a:r>
          </a:p>
        </p:txBody>
      </p:sp>
      <p:cxnSp>
        <p:nvCxnSpPr>
          <p:cNvPr id="19" name="Straight Arrow Connector 18">
            <a:extLst>
              <a:ext uri="{FF2B5EF4-FFF2-40B4-BE49-F238E27FC236}">
                <a16:creationId xmlns:a16="http://schemas.microsoft.com/office/drawing/2014/main" id="{09623FC3-58FC-21D9-13CB-512FF3F8D683}"/>
              </a:ext>
            </a:extLst>
          </p:cNvPr>
          <p:cNvCxnSpPr/>
          <p:nvPr/>
        </p:nvCxnSpPr>
        <p:spPr>
          <a:xfrm>
            <a:off x="6491295" y="5526324"/>
            <a:ext cx="0" cy="155767"/>
          </a:xfrm>
          <a:prstGeom prst="straightConnector1">
            <a:avLst/>
          </a:prstGeom>
          <a:ln w="19050">
            <a:solidFill>
              <a:srgbClr val="4A6480"/>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3C5EABC6-8997-527F-A1C9-7B2AB614D5D1}"/>
              </a:ext>
            </a:extLst>
          </p:cNvPr>
          <p:cNvSpPr/>
          <p:nvPr/>
        </p:nvSpPr>
        <p:spPr>
          <a:xfrm>
            <a:off x="3807901" y="5682092"/>
            <a:ext cx="5366788" cy="716530"/>
          </a:xfrm>
          <a:prstGeom prst="roundRect">
            <a:avLst/>
          </a:prstGeom>
          <a:solidFill>
            <a:srgbClr val="EAF1F8"/>
          </a:solidFill>
          <a:ln w="9525">
            <a:solidFill>
              <a:srgbClr val="C8D8E8"/>
            </a:solidFill>
          </a:ln>
        </p:spPr>
        <p:style>
          <a:lnRef idx="2">
            <a:schemeClr val="accent1">
              <a:shade val="15000"/>
            </a:schemeClr>
          </a:lnRef>
          <a:fillRef idx="1">
            <a:schemeClr val="accent1"/>
          </a:fillRef>
          <a:effectRef idx="0">
            <a:schemeClr val="accent1"/>
          </a:effectRef>
          <a:fontRef idx="minor">
            <a:schemeClr val="lt1"/>
          </a:fontRef>
        </p:style>
        <p:txBody>
          <a:bodyPr wrap="square" lIns="50800" tIns="25400" rIns="50800" bIns="25400" rtlCol="0" anchor="ctr"/>
          <a:lstStyle/>
          <a:p>
            <a:pPr algn="ctr"/>
            <a:r>
              <a:rPr lang="en-US" b="1">
                <a:solidFill>
                  <a:srgbClr val="1F3A5F"/>
                </a:solidFill>
                <a:latin typeface="Calibri" panose="020F0502020204030204" pitchFamily="34" charset="0"/>
              </a:rPr>
              <a:t>Final report streamed live to the user</a:t>
            </a:r>
          </a:p>
          <a:p>
            <a:pPr algn="ctr"/>
            <a:r>
              <a:rPr lang="en-US" b="1">
                <a:solidFill>
                  <a:srgbClr val="1F3A5F"/>
                </a:solidFill>
                <a:latin typeface="Calibri" panose="020F0502020204030204" pitchFamily="34" charset="0"/>
              </a:rPr>
              <a:t>property facts - findings - checklist - parties</a:t>
            </a:r>
          </a:p>
        </p:txBody>
      </p:sp>
      <p:pic>
        <p:nvPicPr>
          <p:cNvPr id="24" name="Picture 23">
            <a:extLst>
              <a:ext uri="{FF2B5EF4-FFF2-40B4-BE49-F238E27FC236}">
                <a16:creationId xmlns:a16="http://schemas.microsoft.com/office/drawing/2014/main" id="{778DDBA9-5716-F0B0-E479-298C1DD124A6}"/>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795564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22953FD7-F17A-4D8D-8237-93E8D56716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81C650E-CF1D-C580-05D8-777DDFA5E126}"/>
              </a:ext>
            </a:extLst>
          </p:cNvPr>
          <p:cNvSpPr>
            <a:spLocks noGrp="1"/>
          </p:cNvSpPr>
          <p:nvPr>
            <p:ph type="title"/>
          </p:nvPr>
        </p:nvSpPr>
        <p:spPr>
          <a:xfrm>
            <a:off x="1024128" y="585216"/>
            <a:ext cx="9720072" cy="1499616"/>
          </a:xfrm>
        </p:spPr>
        <p:txBody>
          <a:bodyPr vert="horz" lIns="91440" tIns="45720" rIns="91440" bIns="45720" rtlCol="0" anchor="ctr">
            <a:normAutofit/>
          </a:bodyPr>
          <a:lstStyle/>
          <a:p>
            <a:r>
              <a:rPr lang="en-US" kern="1200" cap="all" spc="100" baseline="0" dirty="0">
                <a:solidFill>
                  <a:schemeClr val="tx1">
                    <a:lumMod val="95000"/>
                    <a:lumOff val="5000"/>
                  </a:schemeClr>
                </a:solidFill>
                <a:latin typeface="+mj-lt"/>
                <a:ea typeface="+mj-ea"/>
                <a:cs typeface="+mj-cs"/>
              </a:rPr>
              <a:t>Agent Design</a:t>
            </a:r>
          </a:p>
        </p:txBody>
      </p:sp>
      <p:graphicFrame>
        <p:nvGraphicFramePr>
          <p:cNvPr id="5" name="Text Placeholder 2">
            <a:extLst>
              <a:ext uri="{FF2B5EF4-FFF2-40B4-BE49-F238E27FC236}">
                <a16:creationId xmlns:a16="http://schemas.microsoft.com/office/drawing/2014/main" id="{DF65703F-4018-5F75-1186-34992BA40C68}"/>
              </a:ext>
            </a:extLst>
          </p:cNvPr>
          <p:cNvGraphicFramePr/>
          <p:nvPr>
            <p:extLst>
              <p:ext uri="{D42A27DB-BD31-4B8C-83A1-F6EECF244321}">
                <p14:modId xmlns:p14="http://schemas.microsoft.com/office/powerpoint/2010/main" val="1407847509"/>
              </p:ext>
            </p:extLst>
          </p:nvPr>
        </p:nvGraphicFramePr>
        <p:xfrm>
          <a:off x="1023937" y="1740724"/>
          <a:ext cx="10046833" cy="45680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a:extLst>
              <a:ext uri="{FF2B5EF4-FFF2-40B4-BE49-F238E27FC236}">
                <a16:creationId xmlns:a16="http://schemas.microsoft.com/office/drawing/2014/main" id="{E17FCE01-6886-D5D7-FBB8-0D9861CEC7D0}"/>
              </a:ext>
            </a:extLst>
          </p:cNvPr>
          <p:cNvPicPr>
            <a:picLocks noChangeAspect="1"/>
          </p:cNvPicPr>
          <p:nvPr/>
        </p:nvPicPr>
        <p:blipFill>
          <a:blip r:embed="rId7"/>
          <a:stretch>
            <a:fillRect/>
          </a:stretch>
        </p:blipFill>
        <p:spPr>
          <a:xfrm>
            <a:off x="3239" y="0"/>
            <a:ext cx="12185522" cy="6858000"/>
          </a:xfrm>
          <a:prstGeom prst="rect">
            <a:avLst/>
          </a:prstGeom>
        </p:spPr>
      </p:pic>
    </p:spTree>
    <p:extLst>
      <p:ext uri="{BB962C8B-B14F-4D97-AF65-F5344CB8AC3E}">
        <p14:creationId xmlns:p14="http://schemas.microsoft.com/office/powerpoint/2010/main" val="2874459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C9771-4E41-97EC-7795-1C2CAD22457F}"/>
              </a:ext>
            </a:extLst>
          </p:cNvPr>
          <p:cNvSpPr>
            <a:spLocks noGrp="1"/>
          </p:cNvSpPr>
          <p:nvPr>
            <p:ph type="title"/>
          </p:nvPr>
        </p:nvSpPr>
        <p:spPr/>
        <p:txBody>
          <a:bodyPr/>
          <a:lstStyle/>
          <a:p>
            <a:r>
              <a:rPr lang="en-US">
                <a:latin typeface="Calibri" panose="020F0502020204030204" pitchFamily="34" charset="0"/>
              </a:rPr>
              <a:t>Agent Details</a:t>
            </a:r>
          </a:p>
        </p:txBody>
      </p:sp>
      <p:graphicFrame>
        <p:nvGraphicFramePr>
          <p:cNvPr id="3" name="Table 2">
            <a:extLst>
              <a:ext uri="{FF2B5EF4-FFF2-40B4-BE49-F238E27FC236}">
                <a16:creationId xmlns:a16="http://schemas.microsoft.com/office/drawing/2014/main" id="{0FB84DA3-4D6B-F44F-B641-81B118FF75E5}"/>
              </a:ext>
            </a:extLst>
          </p:cNvPr>
          <p:cNvGraphicFramePr>
            <a:graphicFrameLocks noGrp="1"/>
          </p:cNvGraphicFramePr>
          <p:nvPr>
            <p:extLst>
              <p:ext uri="{D42A27DB-BD31-4B8C-83A1-F6EECF244321}">
                <p14:modId xmlns:p14="http://schemas.microsoft.com/office/powerpoint/2010/main" val="3833333022"/>
              </p:ext>
            </p:extLst>
          </p:nvPr>
        </p:nvGraphicFramePr>
        <p:xfrm>
          <a:off x="693057" y="2084832"/>
          <a:ext cx="11176000" cy="4063998"/>
        </p:xfrm>
        <a:graphic>
          <a:graphicData uri="http://schemas.openxmlformats.org/drawingml/2006/table">
            <a:tbl>
              <a:tblPr firstRow="1" bandRow="1">
                <a:tableStyleId>{5C22544A-7EE6-4342-B048-85BDC9FD1C3A}</a:tableStyleId>
              </a:tblPr>
              <a:tblGrid>
                <a:gridCol w="2159000">
                  <a:extLst>
                    <a:ext uri="{9D8B030D-6E8A-4147-A177-3AD203B41FA5}">
                      <a16:colId xmlns:a16="http://schemas.microsoft.com/office/drawing/2014/main" val="1606083994"/>
                    </a:ext>
                  </a:extLst>
                </a:gridCol>
                <a:gridCol w="5969000">
                  <a:extLst>
                    <a:ext uri="{9D8B030D-6E8A-4147-A177-3AD203B41FA5}">
                      <a16:colId xmlns:a16="http://schemas.microsoft.com/office/drawing/2014/main" val="3413616763"/>
                    </a:ext>
                  </a:extLst>
                </a:gridCol>
                <a:gridCol w="3048000">
                  <a:extLst>
                    <a:ext uri="{9D8B030D-6E8A-4147-A177-3AD203B41FA5}">
                      <a16:colId xmlns:a16="http://schemas.microsoft.com/office/drawing/2014/main" val="2543403098"/>
                    </a:ext>
                  </a:extLst>
                </a:gridCol>
              </a:tblGrid>
              <a:tr h="677333">
                <a:tc>
                  <a:txBody>
                    <a:bodyPr/>
                    <a:lstStyle/>
                    <a:p>
                      <a:r>
                        <a:rPr lang="en-US" b="1"/>
                        <a:t>Agent</a:t>
                      </a:r>
                    </a:p>
                  </a:txBody>
                  <a:tcPr/>
                </a:tc>
                <a:tc>
                  <a:txBody>
                    <a:bodyPr/>
                    <a:lstStyle/>
                    <a:p>
                      <a:r>
                        <a:rPr lang="en-US" b="1"/>
                        <a:t>What it does</a:t>
                      </a:r>
                    </a:p>
                  </a:txBody>
                  <a:tcPr/>
                </a:tc>
                <a:tc>
                  <a:txBody>
                    <a:bodyPr/>
                    <a:lstStyle/>
                    <a:p>
                      <a:r>
                        <a:rPr lang="en-US" b="1"/>
                        <a:t>Google service</a:t>
                      </a:r>
                    </a:p>
                  </a:txBody>
                  <a:tcPr/>
                </a:tc>
                <a:extLst>
                  <a:ext uri="{0D108BD9-81ED-4DB2-BD59-A6C34878D82A}">
                    <a16:rowId xmlns:a16="http://schemas.microsoft.com/office/drawing/2014/main" val="2673849826"/>
                  </a:ext>
                </a:extLst>
              </a:tr>
              <a:tr h="677333">
                <a:tc>
                  <a:txBody>
                    <a:bodyPr/>
                    <a:lstStyle/>
                    <a:p>
                      <a:r>
                        <a:rPr lang="en-US"/>
                        <a:t>Orchestrator</a:t>
                      </a:r>
                    </a:p>
                  </a:txBody>
                  <a:tcPr/>
                </a:tc>
                <a:tc>
                  <a:txBody>
                    <a:bodyPr/>
                    <a:lstStyle/>
                    <a:p>
                      <a:r>
                        <a:rPr lang="en-US"/>
                        <a:t>Takes the bundle, runs the agents, streams progress, saves results.</a:t>
                      </a:r>
                    </a:p>
                  </a:txBody>
                  <a:tcPr/>
                </a:tc>
                <a:tc>
                  <a:txBody>
                    <a:bodyPr/>
                    <a:lstStyle/>
                    <a:p>
                      <a:r>
                        <a:rPr lang="en-US"/>
                        <a:t>FastAPI on Cloud Run + Firestore</a:t>
                      </a:r>
                    </a:p>
                  </a:txBody>
                  <a:tcPr/>
                </a:tc>
                <a:extLst>
                  <a:ext uri="{0D108BD9-81ED-4DB2-BD59-A6C34878D82A}">
                    <a16:rowId xmlns:a16="http://schemas.microsoft.com/office/drawing/2014/main" val="3490206408"/>
                  </a:ext>
                </a:extLst>
              </a:tr>
              <a:tr h="677333">
                <a:tc>
                  <a:txBody>
                    <a:bodyPr/>
                    <a:lstStyle/>
                    <a:p>
                      <a:r>
                        <a:rPr lang="en-US"/>
                        <a:t>Parser Agent</a:t>
                      </a:r>
                    </a:p>
                  </a:txBody>
                  <a:tcPr/>
                </a:tc>
                <a:tc>
                  <a:txBody>
                    <a:bodyPr/>
                    <a:lstStyle/>
                    <a:p>
                      <a:r>
                        <a:rPr lang="en-US"/>
                        <a:t>Reads each PDF and pulls out parties, area, stamp duty, dates and registration details.</a:t>
                      </a:r>
                    </a:p>
                  </a:txBody>
                  <a:tcPr/>
                </a:tc>
                <a:tc>
                  <a:txBody>
                    <a:bodyPr/>
                    <a:lstStyle/>
                    <a:p>
                      <a:r>
                        <a:rPr lang="en-US"/>
                        <a:t>Vertex AI Gemini 2.5-flash</a:t>
                      </a:r>
                    </a:p>
                  </a:txBody>
                  <a:tcPr/>
                </a:tc>
                <a:extLst>
                  <a:ext uri="{0D108BD9-81ED-4DB2-BD59-A6C34878D82A}">
                    <a16:rowId xmlns:a16="http://schemas.microsoft.com/office/drawing/2014/main" val="3380558906"/>
                  </a:ext>
                </a:extLst>
              </a:tr>
              <a:tr h="677333">
                <a:tc>
                  <a:txBody>
                    <a:bodyPr/>
                    <a:lstStyle/>
                    <a:p>
                      <a:r>
                        <a:rPr lang="en-US"/>
                        <a:t>Legal Rules Agent</a:t>
                      </a:r>
                    </a:p>
                  </a:txBody>
                  <a:tcPr/>
                </a:tc>
                <a:tc>
                  <a:txBody>
                    <a:bodyPr/>
                    <a:lstStyle/>
                    <a:p>
                      <a:r>
                        <a:rPr lang="en-US"/>
                        <a:t>Checks the documents against Indian land law and flags any non-compliance.</a:t>
                      </a:r>
                    </a:p>
                  </a:txBody>
                  <a:tcPr/>
                </a:tc>
                <a:tc>
                  <a:txBody>
                    <a:bodyPr/>
                    <a:lstStyle/>
                    <a:p>
                      <a:r>
                        <a:rPr lang="en-US"/>
                        <a:t>Vertex AI Gemini 2.5-flash</a:t>
                      </a:r>
                    </a:p>
                  </a:txBody>
                  <a:tcPr/>
                </a:tc>
                <a:extLst>
                  <a:ext uri="{0D108BD9-81ED-4DB2-BD59-A6C34878D82A}">
                    <a16:rowId xmlns:a16="http://schemas.microsoft.com/office/drawing/2014/main" val="1231896642"/>
                  </a:ext>
                </a:extLst>
              </a:tr>
              <a:tr h="677333">
                <a:tc>
                  <a:txBody>
                    <a:bodyPr/>
                    <a:lstStyle/>
                    <a:p>
                      <a:r>
                        <a:rPr lang="en-US"/>
                        <a:t>Fraud Detection Agent</a:t>
                      </a:r>
                    </a:p>
                  </a:txBody>
                  <a:tcPr/>
                </a:tc>
                <a:tc>
                  <a:txBody>
                    <a:bodyPr/>
                    <a:lstStyle/>
                    <a:p>
                      <a:r>
                        <a:rPr lang="en-US"/>
                        <a:t>Looks for red flags: name mismatches, broken ownership chain, missing signatures, undervaluation.</a:t>
                      </a:r>
                    </a:p>
                  </a:txBody>
                  <a:tcPr/>
                </a:tc>
                <a:tc>
                  <a:txBody>
                    <a:bodyPr/>
                    <a:lstStyle/>
                    <a:p>
                      <a:r>
                        <a:rPr lang="en-US"/>
                        <a:t>Vertex AI Gemini 2.5-flash</a:t>
                      </a:r>
                    </a:p>
                  </a:txBody>
                  <a:tcPr/>
                </a:tc>
                <a:extLst>
                  <a:ext uri="{0D108BD9-81ED-4DB2-BD59-A6C34878D82A}">
                    <a16:rowId xmlns:a16="http://schemas.microsoft.com/office/drawing/2014/main" val="1567642139"/>
                  </a:ext>
                </a:extLst>
              </a:tr>
              <a:tr h="677333">
                <a:tc>
                  <a:txBody>
                    <a:bodyPr/>
                    <a:lstStyle/>
                    <a:p>
                      <a:r>
                        <a:rPr lang="en-US"/>
                        <a:t>Report Agent</a:t>
                      </a:r>
                    </a:p>
                  </a:txBody>
                  <a:tcPr/>
                </a:tc>
                <a:tc>
                  <a:txBody>
                    <a:bodyPr/>
                    <a:lstStyle/>
                    <a:p>
                      <a:r>
                        <a:rPr lang="en-US" dirty="0"/>
                        <a:t>Combines all findings into a short summary, grades severity, suggests next steps.</a:t>
                      </a:r>
                    </a:p>
                  </a:txBody>
                  <a:tcPr/>
                </a:tc>
                <a:tc>
                  <a:txBody>
                    <a:bodyPr/>
                    <a:lstStyle/>
                    <a:p>
                      <a:r>
                        <a:rPr lang="en-US" dirty="0"/>
                        <a:t>Vertex AI Gemini 2.5-flash</a:t>
                      </a:r>
                    </a:p>
                  </a:txBody>
                  <a:tcPr/>
                </a:tc>
                <a:extLst>
                  <a:ext uri="{0D108BD9-81ED-4DB2-BD59-A6C34878D82A}">
                    <a16:rowId xmlns:a16="http://schemas.microsoft.com/office/drawing/2014/main" val="907606091"/>
                  </a:ext>
                </a:extLst>
              </a:tr>
            </a:tbl>
          </a:graphicData>
        </a:graphic>
      </p:graphicFrame>
      <p:pic>
        <p:nvPicPr>
          <p:cNvPr id="5" name="Picture 4">
            <a:extLst>
              <a:ext uri="{FF2B5EF4-FFF2-40B4-BE49-F238E27FC236}">
                <a16:creationId xmlns:a16="http://schemas.microsoft.com/office/drawing/2014/main" id="{8EEE46E4-1999-F54A-D01A-372B8CD6FFE9}"/>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30909975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22953FD7-F17A-4D8D-8237-93E8D56716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1CFF8AA-E0E1-8DBD-35ED-DB6446D4A488}"/>
              </a:ext>
            </a:extLst>
          </p:cNvPr>
          <p:cNvSpPr>
            <a:spLocks noGrp="1"/>
          </p:cNvSpPr>
          <p:nvPr>
            <p:ph type="title"/>
          </p:nvPr>
        </p:nvSpPr>
        <p:spPr>
          <a:xfrm>
            <a:off x="1024128" y="585216"/>
            <a:ext cx="9720072" cy="1352441"/>
          </a:xfrm>
        </p:spPr>
        <p:txBody>
          <a:bodyPr vert="horz" lIns="91440" tIns="45720" rIns="91440" bIns="45720" rtlCol="0" anchor="ctr">
            <a:normAutofit/>
          </a:bodyPr>
          <a:lstStyle/>
          <a:p>
            <a:r>
              <a:rPr lang="en-US" kern="1200" cap="all" spc="100" baseline="0" dirty="0">
                <a:solidFill>
                  <a:schemeClr val="tx1">
                    <a:lumMod val="95000"/>
                    <a:lumOff val="5000"/>
                  </a:schemeClr>
                </a:solidFill>
                <a:latin typeface="+mj-lt"/>
                <a:ea typeface="+mj-ea"/>
                <a:cs typeface="+mj-cs"/>
              </a:rPr>
              <a:t>Deployment</a:t>
            </a:r>
          </a:p>
        </p:txBody>
      </p:sp>
      <p:graphicFrame>
        <p:nvGraphicFramePr>
          <p:cNvPr id="17" name="Text Placeholder 2">
            <a:extLst>
              <a:ext uri="{FF2B5EF4-FFF2-40B4-BE49-F238E27FC236}">
                <a16:creationId xmlns:a16="http://schemas.microsoft.com/office/drawing/2014/main" id="{86C58A9D-8615-761D-07BC-92EE0B8F3CD5}"/>
              </a:ext>
            </a:extLst>
          </p:cNvPr>
          <p:cNvGraphicFramePr/>
          <p:nvPr>
            <p:extLst>
              <p:ext uri="{D42A27DB-BD31-4B8C-83A1-F6EECF244321}">
                <p14:modId xmlns:p14="http://schemas.microsoft.com/office/powerpoint/2010/main" val="3618580017"/>
              </p:ext>
            </p:extLst>
          </p:nvPr>
        </p:nvGraphicFramePr>
        <p:xfrm>
          <a:off x="598715" y="1937657"/>
          <a:ext cx="10918370" cy="471351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a:extLst>
              <a:ext uri="{FF2B5EF4-FFF2-40B4-BE49-F238E27FC236}">
                <a16:creationId xmlns:a16="http://schemas.microsoft.com/office/drawing/2014/main" id="{C5F9B662-A242-80D0-1313-4336C190752C}"/>
              </a:ext>
            </a:extLst>
          </p:cNvPr>
          <p:cNvPicPr>
            <a:picLocks noChangeAspect="1"/>
          </p:cNvPicPr>
          <p:nvPr/>
        </p:nvPicPr>
        <p:blipFill>
          <a:blip r:embed="rId7"/>
          <a:stretch>
            <a:fillRect/>
          </a:stretch>
        </p:blipFill>
        <p:spPr>
          <a:xfrm>
            <a:off x="3239" y="0"/>
            <a:ext cx="12185522" cy="6858000"/>
          </a:xfrm>
          <a:prstGeom prst="rect">
            <a:avLst/>
          </a:prstGeom>
        </p:spPr>
      </p:pic>
    </p:spTree>
    <p:extLst>
      <p:ext uri="{BB962C8B-B14F-4D97-AF65-F5344CB8AC3E}">
        <p14:creationId xmlns:p14="http://schemas.microsoft.com/office/powerpoint/2010/main" val="7593154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1E22A2-413E-E2F3-BF43-C2CB0CEBC112}"/>
              </a:ext>
            </a:extLst>
          </p:cNvPr>
          <p:cNvPicPr>
            <a:picLocks noChangeAspect="1"/>
          </p:cNvPicPr>
          <p:nvPr/>
        </p:nvPicPr>
        <p:blipFill>
          <a:blip r:embed="rId2"/>
          <a:stretch>
            <a:fillRect/>
          </a:stretch>
        </p:blipFill>
        <p:spPr>
          <a:xfrm>
            <a:off x="0" y="-1823"/>
            <a:ext cx="12311743" cy="6929037"/>
          </a:xfrm>
          <a:prstGeom prst="rect">
            <a:avLst/>
          </a:prstGeom>
        </p:spPr>
      </p:pic>
    </p:spTree>
    <p:extLst>
      <p:ext uri="{BB962C8B-B14F-4D97-AF65-F5344CB8AC3E}">
        <p14:creationId xmlns:p14="http://schemas.microsoft.com/office/powerpoint/2010/main" val="1205382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22953FD7-F17A-4D8D-8237-93E8D56716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9B8B67F-FBD3-4184-B8DE-06C843E82180}"/>
              </a:ext>
            </a:extLst>
          </p:cNvPr>
          <p:cNvSpPr>
            <a:spLocks noGrp="1"/>
          </p:cNvSpPr>
          <p:nvPr>
            <p:ph type="title"/>
          </p:nvPr>
        </p:nvSpPr>
        <p:spPr>
          <a:xfrm>
            <a:off x="1024128" y="826324"/>
            <a:ext cx="9720072" cy="1078676"/>
          </a:xfrm>
        </p:spPr>
        <p:txBody>
          <a:bodyPr vert="horz" lIns="91440" tIns="45720" rIns="91440" bIns="45720" rtlCol="0" anchor="ctr">
            <a:normAutofit/>
          </a:bodyPr>
          <a:lstStyle/>
          <a:p>
            <a:r>
              <a:rPr lang="en-US" kern="1200" cap="all" spc="100" baseline="0" dirty="0">
                <a:solidFill>
                  <a:schemeClr val="tx1">
                    <a:lumMod val="95000"/>
                    <a:lumOff val="5000"/>
                  </a:schemeClr>
                </a:solidFill>
                <a:latin typeface="+mj-lt"/>
                <a:ea typeface="+mj-ea"/>
                <a:cs typeface="+mj-cs"/>
              </a:rPr>
              <a:t>How did we arrive at this solution?</a:t>
            </a:r>
          </a:p>
        </p:txBody>
      </p:sp>
      <p:graphicFrame>
        <p:nvGraphicFramePr>
          <p:cNvPr id="5" name="Text Placeholder 2">
            <a:extLst>
              <a:ext uri="{FF2B5EF4-FFF2-40B4-BE49-F238E27FC236}">
                <a16:creationId xmlns:a16="http://schemas.microsoft.com/office/drawing/2014/main" id="{781DAA34-C33B-AC09-2375-3E0FD1BE058B}"/>
              </a:ext>
            </a:extLst>
          </p:cNvPr>
          <p:cNvGraphicFramePr/>
          <p:nvPr>
            <p:extLst>
              <p:ext uri="{D42A27DB-BD31-4B8C-83A1-F6EECF244321}">
                <p14:modId xmlns:p14="http://schemas.microsoft.com/office/powerpoint/2010/main" val="358614124"/>
              </p:ext>
            </p:extLst>
          </p:nvPr>
        </p:nvGraphicFramePr>
        <p:xfrm>
          <a:off x="1023938" y="2286000"/>
          <a:ext cx="972026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a:extLst>
              <a:ext uri="{FF2B5EF4-FFF2-40B4-BE49-F238E27FC236}">
                <a16:creationId xmlns:a16="http://schemas.microsoft.com/office/drawing/2014/main" id="{86620220-7A9A-BE0A-9ADE-2385FD205EFF}"/>
              </a:ext>
            </a:extLst>
          </p:cNvPr>
          <p:cNvPicPr>
            <a:picLocks noChangeAspect="1"/>
          </p:cNvPicPr>
          <p:nvPr/>
        </p:nvPicPr>
        <p:blipFill>
          <a:blip r:embed="rId7"/>
          <a:stretch>
            <a:fillRect/>
          </a:stretch>
        </p:blipFill>
        <p:spPr>
          <a:xfrm>
            <a:off x="3239" y="0"/>
            <a:ext cx="12185522" cy="6858000"/>
          </a:xfrm>
          <a:prstGeom prst="rect">
            <a:avLst/>
          </a:prstGeom>
        </p:spPr>
      </p:pic>
    </p:spTree>
    <p:extLst>
      <p:ext uri="{BB962C8B-B14F-4D97-AF65-F5344CB8AC3E}">
        <p14:creationId xmlns:p14="http://schemas.microsoft.com/office/powerpoint/2010/main" val="2211322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70784CE-9DD4-4C2D-88B9-D219730A4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274" y="0"/>
            <a:ext cx="12188726" cy="6858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7C0590-F077-414D-7AD5-464644BED50D}"/>
              </a:ext>
            </a:extLst>
          </p:cNvPr>
          <p:cNvSpPr>
            <a:spLocks noGrp="1"/>
          </p:cNvSpPr>
          <p:nvPr>
            <p:ph type="ctrTitle"/>
          </p:nvPr>
        </p:nvSpPr>
        <p:spPr>
          <a:xfrm>
            <a:off x="5258134" y="640080"/>
            <a:ext cx="6293689" cy="3652405"/>
          </a:xfrm>
        </p:spPr>
        <p:txBody>
          <a:bodyPr anchor="b">
            <a:normAutofit/>
          </a:bodyPr>
          <a:lstStyle/>
          <a:p>
            <a:pPr algn="l"/>
            <a:r>
              <a:rPr lang="en-US" sz="4400">
                <a:solidFill>
                  <a:schemeClr val="tx1">
                    <a:lumMod val="85000"/>
                    <a:lumOff val="15000"/>
                  </a:schemeClr>
                </a:solidFill>
                <a:latin typeface="Calibri" panose="020F0502020204030204" pitchFamily="34" charset="0"/>
              </a:rPr>
              <a:t>Thank You</a:t>
            </a:r>
          </a:p>
        </p:txBody>
      </p:sp>
      <p:sp>
        <p:nvSpPr>
          <p:cNvPr id="3" name="Subtitle 2">
            <a:extLst>
              <a:ext uri="{FF2B5EF4-FFF2-40B4-BE49-F238E27FC236}">
                <a16:creationId xmlns:a16="http://schemas.microsoft.com/office/drawing/2014/main" id="{24D08EFD-4430-5B7C-360F-7B5B061A6DE7}"/>
              </a:ext>
            </a:extLst>
          </p:cNvPr>
          <p:cNvSpPr>
            <a:spLocks noGrp="1"/>
          </p:cNvSpPr>
          <p:nvPr>
            <p:ph type="subTitle" idx="1"/>
          </p:nvPr>
        </p:nvSpPr>
        <p:spPr>
          <a:xfrm>
            <a:off x="5271524" y="4460708"/>
            <a:ext cx="6280299" cy="1753175"/>
          </a:xfrm>
        </p:spPr>
        <p:txBody>
          <a:bodyPr anchor="t">
            <a:normAutofit/>
          </a:bodyPr>
          <a:lstStyle/>
          <a:p>
            <a:r>
              <a:rPr lang="en-US" sz="1600" dirty="0" err="1">
                <a:solidFill>
                  <a:schemeClr val="tx1">
                    <a:lumMod val="85000"/>
                    <a:lumOff val="15000"/>
                  </a:schemeClr>
                </a:solidFill>
                <a:latin typeface="Calibri" panose="020F0502020204030204" pitchFamily="34" charset="0"/>
              </a:rPr>
              <a:t>Landshield</a:t>
            </a:r>
            <a:r>
              <a:rPr lang="en-US" sz="1600" dirty="0">
                <a:solidFill>
                  <a:schemeClr val="tx1">
                    <a:lumMod val="85000"/>
                    <a:lumOff val="15000"/>
                  </a:schemeClr>
                </a:solidFill>
                <a:latin typeface="Calibri" panose="020F0502020204030204" pitchFamily="34" charset="0"/>
              </a:rPr>
              <a:t> – Makes your land buying decisions smarter.</a:t>
            </a:r>
          </a:p>
        </p:txBody>
      </p:sp>
      <p:pic>
        <p:nvPicPr>
          <p:cNvPr id="7" name="Graphic 6" descr="Smiling Face with No Fill">
            <a:extLst>
              <a:ext uri="{FF2B5EF4-FFF2-40B4-BE49-F238E27FC236}">
                <a16:creationId xmlns:a16="http://schemas.microsoft.com/office/drawing/2014/main" id="{D19CA24D-BC93-C9C6-1473-EEC511DF698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cxnSp>
        <p:nvCxnSpPr>
          <p:cNvPr id="12" name="Straight Connector 11">
            <a:extLst>
              <a:ext uri="{FF2B5EF4-FFF2-40B4-BE49-F238E27FC236}">
                <a16:creationId xmlns:a16="http://schemas.microsoft.com/office/drawing/2014/main" id="{640A410A-1838-4131-95A6-2BE4F8D412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309640" y="4388141"/>
            <a:ext cx="585216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857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nodeType="withEffect">
                                  <p:stCondLst>
                                    <p:cond delay="500"/>
                                  </p:stCondLst>
                                  <p:iterate>
                                    <p:tmPct val="10000"/>
                                  </p:iterate>
                                  <p:childTnLst>
                                    <p:set>
                                      <p:cBhvr>
                                        <p:cTn id="12" dur="1" fill="hold">
                                          <p:stCondLst>
                                            <p:cond delay="0"/>
                                          </p:stCondLst>
                                        </p:cTn>
                                        <p:tgtEl>
                                          <p:spTgt spid="7"/>
                                        </p:tgtEl>
                                        <p:attrNameLst>
                                          <p:attrName>style.visibility</p:attrName>
                                        </p:attrNameLst>
                                      </p:cBhvr>
                                      <p:to>
                                        <p:strVal val="visible"/>
                                      </p:to>
                                    </p:set>
                                    <p:animEffect transition="in" filter="fade">
                                      <p:cBhvr>
                                        <p:cTn id="13"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docMetadata/LabelInfo.xml><?xml version="1.0" encoding="utf-8"?>
<clbl:labelList xmlns:clbl="http://schemas.microsoft.com/office/2020/mipLabelMetadata">
  <clbl:label id="{a0819fa7-4367-4500-ba88-dd630d977609}" enabled="1" method="Standard" siteId="{63ce7d59-2f3e-42cd-a8cc-be764cff5eb6}" contentBits="0" removed="0"/>
</clbl:labelList>
</file>

<file path=docProps/app.xml><?xml version="1.0" encoding="utf-8"?>
<Properties xmlns="http://schemas.openxmlformats.org/officeDocument/2006/extended-properties" xmlns:vt="http://schemas.openxmlformats.org/officeDocument/2006/docPropsVTypes">
  <Template>Integral</Template>
  <TotalTime>100</TotalTime>
  <Words>1009</Words>
  <Application>Microsoft Office PowerPoint</Application>
  <PresentationFormat>Widescreen</PresentationFormat>
  <Paragraphs>136</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 Narrow</vt:lpstr>
      <vt:lpstr>Arial</vt:lpstr>
      <vt:lpstr>Calibri</vt:lpstr>
      <vt:lpstr>Tw Cen MT</vt:lpstr>
      <vt:lpstr>Tw Cen MT Condensed</vt:lpstr>
      <vt:lpstr>Wingdings 3</vt:lpstr>
      <vt:lpstr>Integral</vt:lpstr>
      <vt:lpstr>PowerPoint Presentation</vt:lpstr>
      <vt:lpstr>PowerPoint Presentation</vt:lpstr>
      <vt:lpstr>Solution Design</vt:lpstr>
      <vt:lpstr>Solution Architecture</vt:lpstr>
      <vt:lpstr>Data Flow</vt:lpstr>
      <vt:lpstr>Flow Diagram</vt:lpstr>
      <vt:lpstr>Agent Design</vt:lpstr>
      <vt:lpstr>Agent Details</vt:lpstr>
      <vt:lpstr>Deployment</vt:lpstr>
      <vt:lpstr>PowerPoint Presentation</vt:lpstr>
      <vt:lpstr>How did we arrive at this solution?</vt:lpstr>
      <vt:lpstr>Thank You</vt:lpstr>
    </vt:vector>
  </TitlesOfParts>
  <Company>Infosys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Abhishek Partap Singh</dc:creator>
  <cp:lastModifiedBy>Abhishek Partap Singh</cp:lastModifiedBy>
  <cp:revision>2</cp:revision>
  <dcterms:created xsi:type="dcterms:W3CDTF">2026-05-20T18:26:34Z</dcterms:created>
  <dcterms:modified xsi:type="dcterms:W3CDTF">2026-05-23T10:15:39Z</dcterms:modified>
</cp:coreProperties>
</file>